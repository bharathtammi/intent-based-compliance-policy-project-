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7" r:id="rId4"/>
    <p:sldMasterId id="214748370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y="5143500" cx="9144000"/>
  <p:notesSz cx="6858000" cy="9144000"/>
  <p:embeddedFontLst>
    <p:embeddedFont>
      <p:font typeface="Gowun Batang"/>
      <p:regular r:id="rId20"/>
      <p:bold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20" Type="http://schemas.openxmlformats.org/officeDocument/2006/relationships/font" Target="fonts/GowunBatang-regular.fntdata"/><Relationship Id="rId21" Type="http://schemas.openxmlformats.org/officeDocument/2006/relationships/font" Target="fonts/GowunBatang-bold.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d52afb6f5b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3d52afb6f5b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3d52afb6f5b_0_4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3d52afb6f5b_0_4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3d52afb6f5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3d52afb6f5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3d52afb6f5b_0_4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3d52afb6f5b_0_4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3d76aeb267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3d76aeb267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3d76aeb267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3d76aeb267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3e05eedc09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3e05eedc09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d52afb6f5b_0_4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3d52afb6f5b_0_4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e00dc0ac6e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3e00dc0ac6e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3e00dc0ac6e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3e00dc0ac6e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3d76aeb2679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3d76aeb2679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3d76aeb2679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4" name="Google Shape;474;g3d76aeb2679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3d52afb6f5b_0_4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3d52afb6f5b_0_4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with header and footer" type="title">
  <p:cSld name="TITLE">
    <p:spTree>
      <p:nvGrpSpPr>
        <p:cNvPr id="54" name="Shape 54"/>
        <p:cNvGrpSpPr/>
        <p:nvPr/>
      </p:nvGrpSpPr>
      <p:grpSpPr>
        <a:xfrm>
          <a:off x="0" y="0"/>
          <a:ext cx="0" cy="0"/>
          <a:chOff x="0" y="0"/>
          <a:chExt cx="0" cy="0"/>
        </a:xfrm>
      </p:grpSpPr>
      <p:sp>
        <p:nvSpPr>
          <p:cNvPr id="55" name="Google Shape;55;p14"/>
          <p:cNvSpPr txBox="1"/>
          <p:nvPr>
            <p:ph idx="1" type="body"/>
          </p:nvPr>
        </p:nvSpPr>
        <p:spPr>
          <a:xfrm>
            <a:off x="228600" y="2856025"/>
            <a:ext cx="1889400" cy="6702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56" name="Google Shape;56;p14"/>
          <p:cNvSpPr txBox="1"/>
          <p:nvPr>
            <p:ph idx="2" type="body"/>
          </p:nvPr>
        </p:nvSpPr>
        <p:spPr>
          <a:xfrm>
            <a:off x="228600" y="168075"/>
            <a:ext cx="1889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57" name="Google Shape;57;p14"/>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8" name="Google Shape;58;p14"/>
          <p:cNvSpPr txBox="1"/>
          <p:nvPr>
            <p:ph idx="3"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59" name="Google Shape;59;p14"/>
          <p:cNvSpPr txBox="1"/>
          <p:nvPr>
            <p:ph type="title"/>
          </p:nvPr>
        </p:nvSpPr>
        <p:spPr>
          <a:xfrm>
            <a:off x="228600" y="1909750"/>
            <a:ext cx="6232800" cy="946200"/>
          </a:xfrm>
          <a:prstGeom prst="rect">
            <a:avLst/>
          </a:prstGeom>
        </p:spPr>
        <p:txBody>
          <a:bodyPr anchorCtr="0" anchor="b" bIns="91425" lIns="91425" spcFirstLastPara="1" rIns="91425" wrap="square" tIns="91425">
            <a:noAutofit/>
          </a:bodyPr>
          <a:lstStyle>
            <a:lvl1pPr lvl="0">
              <a:spcBef>
                <a:spcPts val="0"/>
              </a:spcBef>
              <a:spcAft>
                <a:spcPts val="0"/>
              </a:spcAft>
              <a:buSzPts val="4500"/>
              <a:buNone/>
              <a:defRPr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p:txBody>
      </p:sp>
      <p:sp>
        <p:nvSpPr>
          <p:cNvPr id="60" name="Google Shape;60;p14"/>
          <p:cNvSpPr txBox="1"/>
          <p:nvPr>
            <p:ph idx="4" type="body"/>
          </p:nvPr>
        </p:nvSpPr>
        <p:spPr>
          <a:xfrm>
            <a:off x="2400300" y="2856025"/>
            <a:ext cx="1889400" cy="6702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61" name="Google Shape;61;p14"/>
          <p:cNvSpPr txBox="1"/>
          <p:nvPr>
            <p:ph idx="5" type="body"/>
          </p:nvPr>
        </p:nvSpPr>
        <p:spPr>
          <a:xfrm>
            <a:off x="2400300" y="168075"/>
            <a:ext cx="1889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62" name="Google Shape;62;p14"/>
          <p:cNvSpPr txBox="1"/>
          <p:nvPr>
            <p:ph idx="6" type="body"/>
          </p:nvPr>
        </p:nvSpPr>
        <p:spPr>
          <a:xfrm>
            <a:off x="4572000" y="168075"/>
            <a:ext cx="1889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63" name="Google Shape;63;p14"/>
          <p:cNvSpPr txBox="1"/>
          <p:nvPr>
            <p:ph idx="7" type="body"/>
          </p:nvPr>
        </p:nvSpPr>
        <p:spPr>
          <a:xfrm>
            <a:off x="6743700" y="168075"/>
            <a:ext cx="1889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cxnSp>
        <p:nvCxnSpPr>
          <p:cNvPr id="64" name="Google Shape;64;p14"/>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extLst>
    <p:ext uri="{DCECCB84-F9BA-43D5-87BE-67443E8EF086}">
      <p15:sldGuideLst>
        <p15:guide id="1" orient="horz" pos="1620">
          <p15:clr>
            <a:srgbClr val="E46962"/>
          </p15:clr>
        </p15:guide>
        <p15:guide id="2" pos="2880">
          <p15:clr>
            <a:srgbClr val="E46962"/>
          </p15:clr>
        </p15:guide>
        <p15:guide id="3" pos="144">
          <p15:clr>
            <a:srgbClr val="E46962"/>
          </p15:clr>
        </p15:guide>
        <p15:guide id="4" pos="1512">
          <p15:clr>
            <a:srgbClr val="E46962"/>
          </p15:clr>
        </p15:guide>
        <p15:guide id="5" pos="4248">
          <p15:clr>
            <a:srgbClr val="E46962"/>
          </p15:clr>
        </p15:guide>
        <p15:guide id="6" pos="5616">
          <p15:clr>
            <a:srgbClr val="E46962"/>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1">
    <p:spTree>
      <p:nvGrpSpPr>
        <p:cNvPr id="65" name="Shape 65"/>
        <p:cNvGrpSpPr/>
        <p:nvPr/>
      </p:nvGrpSpPr>
      <p:grpSpPr>
        <a:xfrm>
          <a:off x="0" y="0"/>
          <a:ext cx="0" cy="0"/>
          <a:chOff x="0" y="0"/>
          <a:chExt cx="0" cy="0"/>
        </a:xfrm>
      </p:grpSpPr>
      <p:sp>
        <p:nvSpPr>
          <p:cNvPr id="66" name="Google Shape;66;p15"/>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67" name="Google Shape;67;p15"/>
          <p:cNvSpPr txBox="1"/>
          <p:nvPr>
            <p:ph type="title"/>
          </p:nvPr>
        </p:nvSpPr>
        <p:spPr>
          <a:xfrm>
            <a:off x="228600" y="1909750"/>
            <a:ext cx="6232800" cy="946200"/>
          </a:xfrm>
          <a:prstGeom prst="rect">
            <a:avLst/>
          </a:prstGeom>
        </p:spPr>
        <p:txBody>
          <a:bodyPr anchorCtr="0" anchor="b" bIns="91425" lIns="91425" spcFirstLastPara="1" rIns="91425" wrap="square" tIns="91425">
            <a:noAutofit/>
          </a:bodyPr>
          <a:lstStyle>
            <a:lvl1pPr lvl="0">
              <a:spcBef>
                <a:spcPts val="0"/>
              </a:spcBef>
              <a:spcAft>
                <a:spcPts val="0"/>
              </a:spcAft>
              <a:buSzPts val="4500"/>
              <a:buNone/>
              <a:defRPr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p:txBody>
      </p:sp>
      <p:cxnSp>
        <p:nvCxnSpPr>
          <p:cNvPr id="68" name="Google Shape;68;p15"/>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
        <p:nvSpPr>
          <p:cNvPr id="69" name="Google Shape;69;p15"/>
          <p:cNvSpPr txBox="1"/>
          <p:nvPr>
            <p:ph idx="1" type="subTitle"/>
          </p:nvPr>
        </p:nvSpPr>
        <p:spPr>
          <a:xfrm>
            <a:off x="228600" y="2866225"/>
            <a:ext cx="6232800" cy="6498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Tree>
  </p:cSld>
  <p:clrMapOvr>
    <a:masterClrMapping/>
  </p:clrMapOvr>
  <p:extLst>
    <p:ext uri="{DCECCB84-F9BA-43D5-87BE-67443E8EF086}">
      <p15:sldGuideLst>
        <p15:guide id="1" orient="horz" pos="1620">
          <p15:clr>
            <a:srgbClr val="E46962"/>
          </p15:clr>
        </p15:guide>
        <p15:guide id="2" pos="2880">
          <p15:clr>
            <a:srgbClr val="E46962"/>
          </p15:clr>
        </p15:guide>
        <p15:guide id="3" pos="144">
          <p15:clr>
            <a:srgbClr val="E46962"/>
          </p15:clr>
        </p15:guide>
        <p15:guide id="4" pos="1512">
          <p15:clr>
            <a:srgbClr val="E46962"/>
          </p15:clr>
        </p15:guide>
        <p15:guide id="5" pos="4248">
          <p15:clr>
            <a:srgbClr val="E46962"/>
          </p15:clr>
        </p15:guide>
        <p15:guide id="6" pos="5616">
          <p15:clr>
            <a:srgbClr val="E46962"/>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1_1">
    <p:spTree>
      <p:nvGrpSpPr>
        <p:cNvPr id="70" name="Shape 70"/>
        <p:cNvGrpSpPr/>
        <p:nvPr/>
      </p:nvGrpSpPr>
      <p:grpSpPr>
        <a:xfrm>
          <a:off x="0" y="0"/>
          <a:ext cx="0" cy="0"/>
          <a:chOff x="0" y="0"/>
          <a:chExt cx="0" cy="0"/>
        </a:xfrm>
      </p:grpSpPr>
      <p:sp>
        <p:nvSpPr>
          <p:cNvPr id="71" name="Google Shape;71;p16"/>
          <p:cNvSpPr txBox="1"/>
          <p:nvPr>
            <p:ph idx="1" type="body"/>
          </p:nvPr>
        </p:nvSpPr>
        <p:spPr>
          <a:xfrm>
            <a:off x="228600" y="2856025"/>
            <a:ext cx="1889400" cy="6702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72" name="Google Shape;72;p16"/>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73" name="Google Shape;73;p16"/>
          <p:cNvSpPr txBox="1"/>
          <p:nvPr>
            <p:ph type="title"/>
          </p:nvPr>
        </p:nvSpPr>
        <p:spPr>
          <a:xfrm>
            <a:off x="228600" y="1909750"/>
            <a:ext cx="6232800" cy="946200"/>
          </a:xfrm>
          <a:prstGeom prst="rect">
            <a:avLst/>
          </a:prstGeom>
        </p:spPr>
        <p:txBody>
          <a:bodyPr anchorCtr="0" anchor="b" bIns="91425" lIns="91425" spcFirstLastPara="1" rIns="91425" wrap="square" tIns="91425">
            <a:noAutofit/>
          </a:bodyPr>
          <a:lstStyle>
            <a:lvl1pPr lvl="0">
              <a:spcBef>
                <a:spcPts val="0"/>
              </a:spcBef>
              <a:spcAft>
                <a:spcPts val="0"/>
              </a:spcAft>
              <a:buSzPts val="4500"/>
              <a:buNone/>
              <a:defRPr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p:txBody>
      </p:sp>
      <p:cxnSp>
        <p:nvCxnSpPr>
          <p:cNvPr id="74" name="Google Shape;74;p16"/>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extLst>
    <p:ext uri="{DCECCB84-F9BA-43D5-87BE-67443E8EF086}">
      <p15:sldGuideLst>
        <p15:guide id="1" orient="horz" pos="1620">
          <p15:clr>
            <a:srgbClr val="E46962"/>
          </p15:clr>
        </p15:guide>
        <p15:guide id="2" pos="2880">
          <p15:clr>
            <a:srgbClr val="E46962"/>
          </p15:clr>
        </p15:guide>
        <p15:guide id="3" pos="144">
          <p15:clr>
            <a:srgbClr val="E46962"/>
          </p15:clr>
        </p15:guide>
        <p15:guide id="4" pos="1512">
          <p15:clr>
            <a:srgbClr val="E46962"/>
          </p15:clr>
        </p15:guide>
        <p15:guide id="5" pos="4248">
          <p15:clr>
            <a:srgbClr val="E46962"/>
          </p15:clr>
        </p15:guide>
        <p15:guide id="6" pos="5616">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ex" type="secHead">
  <p:cSld name="SECTION_HEADER">
    <p:spTree>
      <p:nvGrpSpPr>
        <p:cNvPr id="75" name="Shape 75"/>
        <p:cNvGrpSpPr/>
        <p:nvPr/>
      </p:nvGrpSpPr>
      <p:grpSpPr>
        <a:xfrm>
          <a:off x="0" y="0"/>
          <a:ext cx="0" cy="0"/>
          <a:chOff x="0" y="0"/>
          <a:chExt cx="0" cy="0"/>
        </a:xfrm>
      </p:grpSpPr>
      <p:sp>
        <p:nvSpPr>
          <p:cNvPr id="76" name="Google Shape;76;p17"/>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7" name="Google Shape;77;p17"/>
          <p:cNvSpPr txBox="1"/>
          <p:nvPr>
            <p:ph idx="1" type="subTitle"/>
          </p:nvPr>
        </p:nvSpPr>
        <p:spPr>
          <a:xfrm>
            <a:off x="228600" y="167750"/>
            <a:ext cx="5257800" cy="3105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b="1" sz="900"/>
            </a:lvl1pPr>
            <a:lvl2pPr lvl="1">
              <a:spcBef>
                <a:spcPts val="0"/>
              </a:spcBef>
              <a:spcAft>
                <a:spcPts val="0"/>
              </a:spcAft>
              <a:buSzPts val="900"/>
              <a:buNone/>
              <a:defRPr b="1" sz="900"/>
            </a:lvl2pPr>
            <a:lvl3pPr lvl="2">
              <a:spcBef>
                <a:spcPts val="0"/>
              </a:spcBef>
              <a:spcAft>
                <a:spcPts val="0"/>
              </a:spcAft>
              <a:buSzPts val="900"/>
              <a:buNone/>
              <a:defRPr b="1" sz="900"/>
            </a:lvl3pPr>
            <a:lvl4pPr lvl="3">
              <a:spcBef>
                <a:spcPts val="0"/>
              </a:spcBef>
              <a:spcAft>
                <a:spcPts val="0"/>
              </a:spcAft>
              <a:buSzPts val="900"/>
              <a:buNone/>
              <a:defRPr b="1" sz="900"/>
            </a:lvl4pPr>
            <a:lvl5pPr lvl="4">
              <a:spcBef>
                <a:spcPts val="0"/>
              </a:spcBef>
              <a:spcAft>
                <a:spcPts val="0"/>
              </a:spcAft>
              <a:buSzPts val="900"/>
              <a:buNone/>
              <a:defRPr b="1" sz="900"/>
            </a:lvl5pPr>
            <a:lvl6pPr lvl="5">
              <a:spcBef>
                <a:spcPts val="0"/>
              </a:spcBef>
              <a:spcAft>
                <a:spcPts val="0"/>
              </a:spcAft>
              <a:buSzPts val="900"/>
              <a:buNone/>
              <a:defRPr b="1" sz="900"/>
            </a:lvl6pPr>
            <a:lvl7pPr lvl="6">
              <a:spcBef>
                <a:spcPts val="0"/>
              </a:spcBef>
              <a:spcAft>
                <a:spcPts val="0"/>
              </a:spcAft>
              <a:buSzPts val="900"/>
              <a:buNone/>
              <a:defRPr b="1" sz="900"/>
            </a:lvl7pPr>
            <a:lvl8pPr lvl="7">
              <a:spcBef>
                <a:spcPts val="0"/>
              </a:spcBef>
              <a:spcAft>
                <a:spcPts val="0"/>
              </a:spcAft>
              <a:buSzPts val="900"/>
              <a:buNone/>
              <a:defRPr b="1" sz="900"/>
            </a:lvl8pPr>
            <a:lvl9pPr lvl="8">
              <a:spcBef>
                <a:spcPts val="0"/>
              </a:spcBef>
              <a:spcAft>
                <a:spcPts val="0"/>
              </a:spcAft>
              <a:buSzPts val="900"/>
              <a:buNone/>
              <a:defRPr b="1" sz="900"/>
            </a:lvl9pPr>
          </a:lstStyle>
          <a:p/>
        </p:txBody>
      </p:sp>
      <p:sp>
        <p:nvSpPr>
          <p:cNvPr id="78" name="Google Shape;78;p17"/>
          <p:cNvSpPr txBox="1"/>
          <p:nvPr>
            <p:ph idx="2"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cxnSp>
        <p:nvCxnSpPr>
          <p:cNvPr id="79" name="Google Shape;79;p17"/>
          <p:cNvCxnSpPr/>
          <p:nvPr/>
        </p:nvCxnSpPr>
        <p:spPr>
          <a:xfrm>
            <a:off x="228600" y="478125"/>
            <a:ext cx="8686800" cy="0"/>
          </a:xfrm>
          <a:prstGeom prst="straightConnector1">
            <a:avLst/>
          </a:prstGeom>
          <a:noFill/>
          <a:ln cap="flat" cmpd="sng" w="9525">
            <a:solidFill>
              <a:schemeClr val="dk2"/>
            </a:solidFill>
            <a:prstDash val="solid"/>
            <a:round/>
            <a:headEnd len="med" w="med" type="none"/>
            <a:tailEnd len="med" w="med" type="none"/>
          </a:ln>
        </p:spPr>
      </p:cxnSp>
      <p:cxnSp>
        <p:nvCxnSpPr>
          <p:cNvPr id="80" name="Google Shape;80;p17"/>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extLst>
    <p:ext uri="{DCECCB84-F9BA-43D5-87BE-67443E8EF086}">
      <p15:sldGuideLst>
        <p15:guide id="1" pos="3456">
          <p15:clr>
            <a:srgbClr val="E46962"/>
          </p15:clr>
        </p15:guide>
        <p15:guide id="2" pos="4752">
          <p15:clr>
            <a:srgbClr val="E46962"/>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ate sheet" type="tx">
  <p:cSld name="TITLE_AND_BODY">
    <p:spTree>
      <p:nvGrpSpPr>
        <p:cNvPr id="81" name="Shape 81"/>
        <p:cNvGrpSpPr/>
        <p:nvPr/>
      </p:nvGrpSpPr>
      <p:grpSpPr>
        <a:xfrm>
          <a:off x="0" y="0"/>
          <a:ext cx="0" cy="0"/>
          <a:chOff x="0" y="0"/>
          <a:chExt cx="0" cy="0"/>
        </a:xfrm>
      </p:grpSpPr>
      <p:sp>
        <p:nvSpPr>
          <p:cNvPr id="82" name="Google Shape;82;p18"/>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83" name="Google Shape;83;p18"/>
          <p:cNvSpPr txBox="1"/>
          <p:nvPr>
            <p:ph type="title"/>
          </p:nvPr>
        </p:nvSpPr>
        <p:spPr>
          <a:xfrm>
            <a:off x="229450" y="164350"/>
            <a:ext cx="8686800" cy="4854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4" name="Google Shape;84;p18"/>
          <p:cNvSpPr txBox="1"/>
          <p:nvPr>
            <p:ph idx="1"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85" name="Google Shape;85;p18"/>
          <p:cNvSpPr txBox="1"/>
          <p:nvPr>
            <p:ph idx="2" type="subTitle"/>
          </p:nvPr>
        </p:nvSpPr>
        <p:spPr>
          <a:xfrm>
            <a:off x="228600" y="1213525"/>
            <a:ext cx="2728200" cy="3243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b="1" sz="900"/>
            </a:lvl1pPr>
            <a:lvl2pPr lvl="1">
              <a:spcBef>
                <a:spcPts val="0"/>
              </a:spcBef>
              <a:spcAft>
                <a:spcPts val="0"/>
              </a:spcAft>
              <a:buSzPts val="900"/>
              <a:buNone/>
              <a:defRPr b="1" sz="900"/>
            </a:lvl2pPr>
            <a:lvl3pPr lvl="2">
              <a:spcBef>
                <a:spcPts val="0"/>
              </a:spcBef>
              <a:spcAft>
                <a:spcPts val="0"/>
              </a:spcAft>
              <a:buSzPts val="900"/>
              <a:buNone/>
              <a:defRPr b="1" sz="900"/>
            </a:lvl3pPr>
            <a:lvl4pPr lvl="3">
              <a:spcBef>
                <a:spcPts val="0"/>
              </a:spcBef>
              <a:spcAft>
                <a:spcPts val="0"/>
              </a:spcAft>
              <a:buSzPts val="900"/>
              <a:buNone/>
              <a:defRPr b="1" sz="900"/>
            </a:lvl4pPr>
            <a:lvl5pPr lvl="4">
              <a:spcBef>
                <a:spcPts val="0"/>
              </a:spcBef>
              <a:spcAft>
                <a:spcPts val="0"/>
              </a:spcAft>
              <a:buSzPts val="900"/>
              <a:buNone/>
              <a:defRPr b="1" sz="900"/>
            </a:lvl5pPr>
            <a:lvl6pPr lvl="5">
              <a:spcBef>
                <a:spcPts val="0"/>
              </a:spcBef>
              <a:spcAft>
                <a:spcPts val="0"/>
              </a:spcAft>
              <a:buSzPts val="900"/>
              <a:buNone/>
              <a:defRPr b="1" sz="900"/>
            </a:lvl6pPr>
            <a:lvl7pPr lvl="6">
              <a:spcBef>
                <a:spcPts val="0"/>
              </a:spcBef>
              <a:spcAft>
                <a:spcPts val="0"/>
              </a:spcAft>
              <a:buSzPts val="900"/>
              <a:buNone/>
              <a:defRPr b="1" sz="900"/>
            </a:lvl7pPr>
            <a:lvl8pPr lvl="7">
              <a:spcBef>
                <a:spcPts val="0"/>
              </a:spcBef>
              <a:spcAft>
                <a:spcPts val="0"/>
              </a:spcAft>
              <a:buSzPts val="900"/>
              <a:buNone/>
              <a:defRPr b="1" sz="900"/>
            </a:lvl8pPr>
            <a:lvl9pPr lvl="8">
              <a:spcBef>
                <a:spcPts val="0"/>
              </a:spcBef>
              <a:spcAft>
                <a:spcPts val="0"/>
              </a:spcAft>
              <a:buSzPts val="900"/>
              <a:buNone/>
              <a:defRPr b="1" sz="900"/>
            </a:lvl9pPr>
          </a:lstStyle>
          <a:p/>
        </p:txBody>
      </p:sp>
      <p:sp>
        <p:nvSpPr>
          <p:cNvPr id="86" name="Google Shape;86;p18"/>
          <p:cNvSpPr txBox="1"/>
          <p:nvPr>
            <p:ph idx="3" type="subTitle"/>
          </p:nvPr>
        </p:nvSpPr>
        <p:spPr>
          <a:xfrm>
            <a:off x="3207900" y="1213525"/>
            <a:ext cx="2728200" cy="3243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b="1" sz="900"/>
            </a:lvl1pPr>
            <a:lvl2pPr lvl="1">
              <a:spcBef>
                <a:spcPts val="0"/>
              </a:spcBef>
              <a:spcAft>
                <a:spcPts val="0"/>
              </a:spcAft>
              <a:buSzPts val="900"/>
              <a:buNone/>
              <a:defRPr b="1" sz="900"/>
            </a:lvl2pPr>
            <a:lvl3pPr lvl="2">
              <a:spcBef>
                <a:spcPts val="0"/>
              </a:spcBef>
              <a:spcAft>
                <a:spcPts val="0"/>
              </a:spcAft>
              <a:buSzPts val="900"/>
              <a:buNone/>
              <a:defRPr b="1" sz="900"/>
            </a:lvl3pPr>
            <a:lvl4pPr lvl="3">
              <a:spcBef>
                <a:spcPts val="0"/>
              </a:spcBef>
              <a:spcAft>
                <a:spcPts val="0"/>
              </a:spcAft>
              <a:buSzPts val="900"/>
              <a:buNone/>
              <a:defRPr b="1" sz="900"/>
            </a:lvl4pPr>
            <a:lvl5pPr lvl="4">
              <a:spcBef>
                <a:spcPts val="0"/>
              </a:spcBef>
              <a:spcAft>
                <a:spcPts val="0"/>
              </a:spcAft>
              <a:buSzPts val="900"/>
              <a:buNone/>
              <a:defRPr b="1" sz="900"/>
            </a:lvl5pPr>
            <a:lvl6pPr lvl="5">
              <a:spcBef>
                <a:spcPts val="0"/>
              </a:spcBef>
              <a:spcAft>
                <a:spcPts val="0"/>
              </a:spcAft>
              <a:buSzPts val="900"/>
              <a:buNone/>
              <a:defRPr b="1" sz="900"/>
            </a:lvl6pPr>
            <a:lvl7pPr lvl="6">
              <a:spcBef>
                <a:spcPts val="0"/>
              </a:spcBef>
              <a:spcAft>
                <a:spcPts val="0"/>
              </a:spcAft>
              <a:buSzPts val="900"/>
              <a:buNone/>
              <a:defRPr b="1" sz="900"/>
            </a:lvl7pPr>
            <a:lvl8pPr lvl="7">
              <a:spcBef>
                <a:spcPts val="0"/>
              </a:spcBef>
              <a:spcAft>
                <a:spcPts val="0"/>
              </a:spcAft>
              <a:buSzPts val="900"/>
              <a:buNone/>
              <a:defRPr b="1" sz="900"/>
            </a:lvl8pPr>
            <a:lvl9pPr lvl="8">
              <a:spcBef>
                <a:spcPts val="0"/>
              </a:spcBef>
              <a:spcAft>
                <a:spcPts val="0"/>
              </a:spcAft>
              <a:buSzPts val="900"/>
              <a:buNone/>
              <a:defRPr b="1" sz="900"/>
            </a:lvl9pPr>
          </a:lstStyle>
          <a:p/>
        </p:txBody>
      </p:sp>
      <p:sp>
        <p:nvSpPr>
          <p:cNvPr id="87" name="Google Shape;87;p18"/>
          <p:cNvSpPr txBox="1"/>
          <p:nvPr>
            <p:ph idx="4" type="subTitle"/>
          </p:nvPr>
        </p:nvSpPr>
        <p:spPr>
          <a:xfrm>
            <a:off x="6187200" y="1213525"/>
            <a:ext cx="2728200" cy="3243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b="1" sz="900"/>
            </a:lvl1pPr>
            <a:lvl2pPr lvl="1">
              <a:spcBef>
                <a:spcPts val="0"/>
              </a:spcBef>
              <a:spcAft>
                <a:spcPts val="0"/>
              </a:spcAft>
              <a:buSzPts val="900"/>
              <a:buNone/>
              <a:defRPr b="1" sz="900"/>
            </a:lvl2pPr>
            <a:lvl3pPr lvl="2">
              <a:spcBef>
                <a:spcPts val="0"/>
              </a:spcBef>
              <a:spcAft>
                <a:spcPts val="0"/>
              </a:spcAft>
              <a:buSzPts val="900"/>
              <a:buNone/>
              <a:defRPr b="1" sz="900"/>
            </a:lvl3pPr>
            <a:lvl4pPr lvl="3">
              <a:spcBef>
                <a:spcPts val="0"/>
              </a:spcBef>
              <a:spcAft>
                <a:spcPts val="0"/>
              </a:spcAft>
              <a:buSzPts val="900"/>
              <a:buNone/>
              <a:defRPr b="1" sz="900"/>
            </a:lvl4pPr>
            <a:lvl5pPr lvl="4">
              <a:spcBef>
                <a:spcPts val="0"/>
              </a:spcBef>
              <a:spcAft>
                <a:spcPts val="0"/>
              </a:spcAft>
              <a:buSzPts val="900"/>
              <a:buNone/>
              <a:defRPr b="1" sz="900"/>
            </a:lvl5pPr>
            <a:lvl6pPr lvl="5">
              <a:spcBef>
                <a:spcPts val="0"/>
              </a:spcBef>
              <a:spcAft>
                <a:spcPts val="0"/>
              </a:spcAft>
              <a:buSzPts val="900"/>
              <a:buNone/>
              <a:defRPr b="1" sz="900"/>
            </a:lvl6pPr>
            <a:lvl7pPr lvl="6">
              <a:spcBef>
                <a:spcPts val="0"/>
              </a:spcBef>
              <a:spcAft>
                <a:spcPts val="0"/>
              </a:spcAft>
              <a:buSzPts val="900"/>
              <a:buNone/>
              <a:defRPr b="1" sz="900"/>
            </a:lvl7pPr>
            <a:lvl8pPr lvl="7">
              <a:spcBef>
                <a:spcPts val="0"/>
              </a:spcBef>
              <a:spcAft>
                <a:spcPts val="0"/>
              </a:spcAft>
              <a:buSzPts val="900"/>
              <a:buNone/>
              <a:defRPr b="1" sz="900"/>
            </a:lvl8pPr>
            <a:lvl9pPr lvl="8">
              <a:spcBef>
                <a:spcPts val="0"/>
              </a:spcBef>
              <a:spcAft>
                <a:spcPts val="0"/>
              </a:spcAft>
              <a:buSzPts val="900"/>
              <a:buNone/>
              <a:defRPr b="1" sz="900"/>
            </a:lvl9pPr>
          </a:lstStyle>
          <a:p/>
        </p:txBody>
      </p:sp>
      <p:cxnSp>
        <p:nvCxnSpPr>
          <p:cNvPr id="88" name="Google Shape;88;p18"/>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with footer" type="twoColTx">
  <p:cSld name="TITLE_AND_TWO_COLUMNS">
    <p:spTree>
      <p:nvGrpSpPr>
        <p:cNvPr id="89" name="Shape 89"/>
        <p:cNvGrpSpPr/>
        <p:nvPr/>
      </p:nvGrpSpPr>
      <p:grpSpPr>
        <a:xfrm>
          <a:off x="0" y="0"/>
          <a:ext cx="0" cy="0"/>
          <a:chOff x="0" y="0"/>
          <a:chExt cx="0" cy="0"/>
        </a:xfrm>
      </p:grpSpPr>
      <p:sp>
        <p:nvSpPr>
          <p:cNvPr id="90" name="Google Shape;90;p19"/>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1" name="Google Shape;91;p19"/>
          <p:cNvSpPr txBox="1"/>
          <p:nvPr>
            <p:ph type="title"/>
          </p:nvPr>
        </p:nvSpPr>
        <p:spPr>
          <a:xfrm>
            <a:off x="229450" y="164350"/>
            <a:ext cx="8686800" cy="8745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2" name="Google Shape;92;p19"/>
          <p:cNvSpPr txBox="1"/>
          <p:nvPr>
            <p:ph idx="1" type="body"/>
          </p:nvPr>
        </p:nvSpPr>
        <p:spPr>
          <a:xfrm>
            <a:off x="229450" y="3455951"/>
            <a:ext cx="2834100" cy="10542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93" name="Google Shape;93;p19"/>
          <p:cNvSpPr txBox="1"/>
          <p:nvPr>
            <p:ph idx="2" type="subTitle"/>
          </p:nvPr>
        </p:nvSpPr>
        <p:spPr>
          <a:xfrm>
            <a:off x="229450" y="3127850"/>
            <a:ext cx="2834100" cy="3243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b="1" sz="900"/>
            </a:lvl1pPr>
            <a:lvl2pPr lvl="1">
              <a:spcBef>
                <a:spcPts val="0"/>
              </a:spcBef>
              <a:spcAft>
                <a:spcPts val="0"/>
              </a:spcAft>
              <a:buSzPts val="900"/>
              <a:buNone/>
              <a:defRPr b="1" sz="900"/>
            </a:lvl2pPr>
            <a:lvl3pPr lvl="2">
              <a:spcBef>
                <a:spcPts val="0"/>
              </a:spcBef>
              <a:spcAft>
                <a:spcPts val="0"/>
              </a:spcAft>
              <a:buSzPts val="900"/>
              <a:buNone/>
              <a:defRPr b="1" sz="900"/>
            </a:lvl3pPr>
            <a:lvl4pPr lvl="3">
              <a:spcBef>
                <a:spcPts val="0"/>
              </a:spcBef>
              <a:spcAft>
                <a:spcPts val="0"/>
              </a:spcAft>
              <a:buSzPts val="900"/>
              <a:buNone/>
              <a:defRPr b="1" sz="900"/>
            </a:lvl4pPr>
            <a:lvl5pPr lvl="4">
              <a:spcBef>
                <a:spcPts val="0"/>
              </a:spcBef>
              <a:spcAft>
                <a:spcPts val="0"/>
              </a:spcAft>
              <a:buSzPts val="900"/>
              <a:buNone/>
              <a:defRPr b="1" sz="900"/>
            </a:lvl5pPr>
            <a:lvl6pPr lvl="5">
              <a:spcBef>
                <a:spcPts val="0"/>
              </a:spcBef>
              <a:spcAft>
                <a:spcPts val="0"/>
              </a:spcAft>
              <a:buSzPts val="900"/>
              <a:buNone/>
              <a:defRPr b="1" sz="900"/>
            </a:lvl6pPr>
            <a:lvl7pPr lvl="6">
              <a:spcBef>
                <a:spcPts val="0"/>
              </a:spcBef>
              <a:spcAft>
                <a:spcPts val="0"/>
              </a:spcAft>
              <a:buSzPts val="900"/>
              <a:buNone/>
              <a:defRPr b="1" sz="900"/>
            </a:lvl7pPr>
            <a:lvl8pPr lvl="7">
              <a:spcBef>
                <a:spcPts val="0"/>
              </a:spcBef>
              <a:spcAft>
                <a:spcPts val="0"/>
              </a:spcAft>
              <a:buSzPts val="900"/>
              <a:buNone/>
              <a:defRPr b="1" sz="900"/>
            </a:lvl8pPr>
            <a:lvl9pPr lvl="8">
              <a:spcBef>
                <a:spcPts val="0"/>
              </a:spcBef>
              <a:spcAft>
                <a:spcPts val="0"/>
              </a:spcAft>
              <a:buSzPts val="900"/>
              <a:buNone/>
              <a:defRPr b="1" sz="900"/>
            </a:lvl9pPr>
          </a:lstStyle>
          <a:p/>
        </p:txBody>
      </p:sp>
      <p:sp>
        <p:nvSpPr>
          <p:cNvPr id="94" name="Google Shape;94;p19"/>
          <p:cNvSpPr txBox="1"/>
          <p:nvPr>
            <p:ph idx="3" type="body"/>
          </p:nvPr>
        </p:nvSpPr>
        <p:spPr>
          <a:xfrm>
            <a:off x="3155800" y="3455951"/>
            <a:ext cx="2834100" cy="10542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95" name="Google Shape;95;p19"/>
          <p:cNvSpPr txBox="1"/>
          <p:nvPr>
            <p:ph idx="4" type="subTitle"/>
          </p:nvPr>
        </p:nvSpPr>
        <p:spPr>
          <a:xfrm>
            <a:off x="3155800" y="3127850"/>
            <a:ext cx="2834100" cy="3243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b="1" sz="900"/>
            </a:lvl1pPr>
            <a:lvl2pPr lvl="1">
              <a:spcBef>
                <a:spcPts val="0"/>
              </a:spcBef>
              <a:spcAft>
                <a:spcPts val="0"/>
              </a:spcAft>
              <a:buSzPts val="900"/>
              <a:buNone/>
              <a:defRPr b="1" sz="900"/>
            </a:lvl2pPr>
            <a:lvl3pPr lvl="2">
              <a:spcBef>
                <a:spcPts val="0"/>
              </a:spcBef>
              <a:spcAft>
                <a:spcPts val="0"/>
              </a:spcAft>
              <a:buSzPts val="900"/>
              <a:buNone/>
              <a:defRPr b="1" sz="900"/>
            </a:lvl3pPr>
            <a:lvl4pPr lvl="3">
              <a:spcBef>
                <a:spcPts val="0"/>
              </a:spcBef>
              <a:spcAft>
                <a:spcPts val="0"/>
              </a:spcAft>
              <a:buSzPts val="900"/>
              <a:buNone/>
              <a:defRPr b="1" sz="900"/>
            </a:lvl4pPr>
            <a:lvl5pPr lvl="4">
              <a:spcBef>
                <a:spcPts val="0"/>
              </a:spcBef>
              <a:spcAft>
                <a:spcPts val="0"/>
              </a:spcAft>
              <a:buSzPts val="900"/>
              <a:buNone/>
              <a:defRPr b="1" sz="900"/>
            </a:lvl5pPr>
            <a:lvl6pPr lvl="5">
              <a:spcBef>
                <a:spcPts val="0"/>
              </a:spcBef>
              <a:spcAft>
                <a:spcPts val="0"/>
              </a:spcAft>
              <a:buSzPts val="900"/>
              <a:buNone/>
              <a:defRPr b="1" sz="900"/>
            </a:lvl6pPr>
            <a:lvl7pPr lvl="6">
              <a:spcBef>
                <a:spcPts val="0"/>
              </a:spcBef>
              <a:spcAft>
                <a:spcPts val="0"/>
              </a:spcAft>
              <a:buSzPts val="900"/>
              <a:buNone/>
              <a:defRPr b="1" sz="900"/>
            </a:lvl7pPr>
            <a:lvl8pPr lvl="7">
              <a:spcBef>
                <a:spcPts val="0"/>
              </a:spcBef>
              <a:spcAft>
                <a:spcPts val="0"/>
              </a:spcAft>
              <a:buSzPts val="900"/>
              <a:buNone/>
              <a:defRPr b="1" sz="900"/>
            </a:lvl8pPr>
            <a:lvl9pPr lvl="8">
              <a:spcBef>
                <a:spcPts val="0"/>
              </a:spcBef>
              <a:spcAft>
                <a:spcPts val="0"/>
              </a:spcAft>
              <a:buSzPts val="900"/>
              <a:buNone/>
              <a:defRPr b="1" sz="900"/>
            </a:lvl9pPr>
          </a:lstStyle>
          <a:p/>
        </p:txBody>
      </p:sp>
      <p:sp>
        <p:nvSpPr>
          <p:cNvPr id="96" name="Google Shape;96;p19"/>
          <p:cNvSpPr txBox="1"/>
          <p:nvPr>
            <p:ph idx="5" type="body"/>
          </p:nvPr>
        </p:nvSpPr>
        <p:spPr>
          <a:xfrm>
            <a:off x="6082150" y="3455951"/>
            <a:ext cx="2834100" cy="10542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97" name="Google Shape;97;p19"/>
          <p:cNvSpPr txBox="1"/>
          <p:nvPr>
            <p:ph idx="6" type="subTitle"/>
          </p:nvPr>
        </p:nvSpPr>
        <p:spPr>
          <a:xfrm>
            <a:off x="6082150" y="3127850"/>
            <a:ext cx="2834100" cy="3243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b="1" sz="900"/>
            </a:lvl1pPr>
            <a:lvl2pPr lvl="1">
              <a:spcBef>
                <a:spcPts val="0"/>
              </a:spcBef>
              <a:spcAft>
                <a:spcPts val="0"/>
              </a:spcAft>
              <a:buSzPts val="900"/>
              <a:buNone/>
              <a:defRPr b="1" sz="900"/>
            </a:lvl2pPr>
            <a:lvl3pPr lvl="2">
              <a:spcBef>
                <a:spcPts val="0"/>
              </a:spcBef>
              <a:spcAft>
                <a:spcPts val="0"/>
              </a:spcAft>
              <a:buSzPts val="900"/>
              <a:buNone/>
              <a:defRPr b="1" sz="900"/>
            </a:lvl3pPr>
            <a:lvl4pPr lvl="3">
              <a:spcBef>
                <a:spcPts val="0"/>
              </a:spcBef>
              <a:spcAft>
                <a:spcPts val="0"/>
              </a:spcAft>
              <a:buSzPts val="900"/>
              <a:buNone/>
              <a:defRPr b="1" sz="900"/>
            </a:lvl4pPr>
            <a:lvl5pPr lvl="4">
              <a:spcBef>
                <a:spcPts val="0"/>
              </a:spcBef>
              <a:spcAft>
                <a:spcPts val="0"/>
              </a:spcAft>
              <a:buSzPts val="900"/>
              <a:buNone/>
              <a:defRPr b="1" sz="900"/>
            </a:lvl5pPr>
            <a:lvl6pPr lvl="5">
              <a:spcBef>
                <a:spcPts val="0"/>
              </a:spcBef>
              <a:spcAft>
                <a:spcPts val="0"/>
              </a:spcAft>
              <a:buSzPts val="900"/>
              <a:buNone/>
              <a:defRPr b="1" sz="900"/>
            </a:lvl6pPr>
            <a:lvl7pPr lvl="6">
              <a:spcBef>
                <a:spcPts val="0"/>
              </a:spcBef>
              <a:spcAft>
                <a:spcPts val="0"/>
              </a:spcAft>
              <a:buSzPts val="900"/>
              <a:buNone/>
              <a:defRPr b="1" sz="900"/>
            </a:lvl7pPr>
            <a:lvl8pPr lvl="7">
              <a:spcBef>
                <a:spcPts val="0"/>
              </a:spcBef>
              <a:spcAft>
                <a:spcPts val="0"/>
              </a:spcAft>
              <a:buSzPts val="900"/>
              <a:buNone/>
              <a:defRPr b="1" sz="900"/>
            </a:lvl8pPr>
            <a:lvl9pPr lvl="8">
              <a:spcBef>
                <a:spcPts val="0"/>
              </a:spcBef>
              <a:spcAft>
                <a:spcPts val="0"/>
              </a:spcAft>
              <a:buSzPts val="900"/>
              <a:buNone/>
              <a:defRPr b="1" sz="900"/>
            </a:lvl9pPr>
          </a:lstStyle>
          <a:p/>
        </p:txBody>
      </p:sp>
      <p:sp>
        <p:nvSpPr>
          <p:cNvPr id="98" name="Google Shape;98;p19"/>
          <p:cNvSpPr txBox="1"/>
          <p:nvPr>
            <p:ph idx="7"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cxnSp>
        <p:nvCxnSpPr>
          <p:cNvPr id="99" name="Google Shape;99;p19"/>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ITLE_AND_TWO_COLUMNS_1">
    <p:spTree>
      <p:nvGrpSpPr>
        <p:cNvPr id="100" name="Shape 100"/>
        <p:cNvGrpSpPr/>
        <p:nvPr/>
      </p:nvGrpSpPr>
      <p:grpSpPr>
        <a:xfrm>
          <a:off x="0" y="0"/>
          <a:ext cx="0" cy="0"/>
          <a:chOff x="0" y="0"/>
          <a:chExt cx="0" cy="0"/>
        </a:xfrm>
      </p:grpSpPr>
      <p:sp>
        <p:nvSpPr>
          <p:cNvPr id="101" name="Google Shape;101;p20"/>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2" name="Google Shape;102;p20"/>
          <p:cNvSpPr txBox="1"/>
          <p:nvPr>
            <p:ph type="title"/>
          </p:nvPr>
        </p:nvSpPr>
        <p:spPr>
          <a:xfrm>
            <a:off x="229450" y="164350"/>
            <a:ext cx="8686800" cy="8745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3" name="Google Shape;103;p20"/>
          <p:cNvSpPr txBox="1"/>
          <p:nvPr>
            <p:ph idx="1" type="body"/>
          </p:nvPr>
        </p:nvSpPr>
        <p:spPr>
          <a:xfrm>
            <a:off x="229450" y="3455951"/>
            <a:ext cx="2834100" cy="10542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04" name="Google Shape;104;p20"/>
          <p:cNvSpPr txBox="1"/>
          <p:nvPr>
            <p:ph idx="2" type="subTitle"/>
          </p:nvPr>
        </p:nvSpPr>
        <p:spPr>
          <a:xfrm>
            <a:off x="229450" y="3127850"/>
            <a:ext cx="2834100" cy="3243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b="1" sz="900"/>
            </a:lvl1pPr>
            <a:lvl2pPr lvl="1">
              <a:spcBef>
                <a:spcPts val="0"/>
              </a:spcBef>
              <a:spcAft>
                <a:spcPts val="0"/>
              </a:spcAft>
              <a:buSzPts val="900"/>
              <a:buNone/>
              <a:defRPr b="1" sz="900"/>
            </a:lvl2pPr>
            <a:lvl3pPr lvl="2">
              <a:spcBef>
                <a:spcPts val="0"/>
              </a:spcBef>
              <a:spcAft>
                <a:spcPts val="0"/>
              </a:spcAft>
              <a:buSzPts val="900"/>
              <a:buNone/>
              <a:defRPr b="1" sz="900"/>
            </a:lvl3pPr>
            <a:lvl4pPr lvl="3">
              <a:spcBef>
                <a:spcPts val="0"/>
              </a:spcBef>
              <a:spcAft>
                <a:spcPts val="0"/>
              </a:spcAft>
              <a:buSzPts val="900"/>
              <a:buNone/>
              <a:defRPr b="1" sz="900"/>
            </a:lvl4pPr>
            <a:lvl5pPr lvl="4">
              <a:spcBef>
                <a:spcPts val="0"/>
              </a:spcBef>
              <a:spcAft>
                <a:spcPts val="0"/>
              </a:spcAft>
              <a:buSzPts val="900"/>
              <a:buNone/>
              <a:defRPr b="1" sz="900"/>
            </a:lvl5pPr>
            <a:lvl6pPr lvl="5">
              <a:spcBef>
                <a:spcPts val="0"/>
              </a:spcBef>
              <a:spcAft>
                <a:spcPts val="0"/>
              </a:spcAft>
              <a:buSzPts val="900"/>
              <a:buNone/>
              <a:defRPr b="1" sz="900"/>
            </a:lvl6pPr>
            <a:lvl7pPr lvl="6">
              <a:spcBef>
                <a:spcPts val="0"/>
              </a:spcBef>
              <a:spcAft>
                <a:spcPts val="0"/>
              </a:spcAft>
              <a:buSzPts val="900"/>
              <a:buNone/>
              <a:defRPr b="1" sz="900"/>
            </a:lvl7pPr>
            <a:lvl8pPr lvl="7">
              <a:spcBef>
                <a:spcPts val="0"/>
              </a:spcBef>
              <a:spcAft>
                <a:spcPts val="0"/>
              </a:spcAft>
              <a:buSzPts val="900"/>
              <a:buNone/>
              <a:defRPr b="1" sz="900"/>
            </a:lvl8pPr>
            <a:lvl9pPr lvl="8">
              <a:spcBef>
                <a:spcPts val="0"/>
              </a:spcBef>
              <a:spcAft>
                <a:spcPts val="0"/>
              </a:spcAft>
              <a:buSzPts val="900"/>
              <a:buNone/>
              <a:defRPr b="1" sz="900"/>
            </a:lvl9pPr>
          </a:lstStyle>
          <a:p/>
        </p:txBody>
      </p:sp>
      <p:sp>
        <p:nvSpPr>
          <p:cNvPr id="105" name="Google Shape;105;p20"/>
          <p:cNvSpPr txBox="1"/>
          <p:nvPr>
            <p:ph idx="3" type="body"/>
          </p:nvPr>
        </p:nvSpPr>
        <p:spPr>
          <a:xfrm>
            <a:off x="3155800" y="3455951"/>
            <a:ext cx="2834100" cy="10542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06" name="Google Shape;106;p20"/>
          <p:cNvSpPr txBox="1"/>
          <p:nvPr>
            <p:ph idx="4" type="subTitle"/>
          </p:nvPr>
        </p:nvSpPr>
        <p:spPr>
          <a:xfrm>
            <a:off x="3155800" y="3127850"/>
            <a:ext cx="2834100" cy="3243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b="1" sz="900"/>
            </a:lvl1pPr>
            <a:lvl2pPr lvl="1">
              <a:spcBef>
                <a:spcPts val="0"/>
              </a:spcBef>
              <a:spcAft>
                <a:spcPts val="0"/>
              </a:spcAft>
              <a:buSzPts val="900"/>
              <a:buNone/>
              <a:defRPr b="1" sz="900"/>
            </a:lvl2pPr>
            <a:lvl3pPr lvl="2">
              <a:spcBef>
                <a:spcPts val="0"/>
              </a:spcBef>
              <a:spcAft>
                <a:spcPts val="0"/>
              </a:spcAft>
              <a:buSzPts val="900"/>
              <a:buNone/>
              <a:defRPr b="1" sz="900"/>
            </a:lvl3pPr>
            <a:lvl4pPr lvl="3">
              <a:spcBef>
                <a:spcPts val="0"/>
              </a:spcBef>
              <a:spcAft>
                <a:spcPts val="0"/>
              </a:spcAft>
              <a:buSzPts val="900"/>
              <a:buNone/>
              <a:defRPr b="1" sz="900"/>
            </a:lvl4pPr>
            <a:lvl5pPr lvl="4">
              <a:spcBef>
                <a:spcPts val="0"/>
              </a:spcBef>
              <a:spcAft>
                <a:spcPts val="0"/>
              </a:spcAft>
              <a:buSzPts val="900"/>
              <a:buNone/>
              <a:defRPr b="1" sz="900"/>
            </a:lvl5pPr>
            <a:lvl6pPr lvl="5">
              <a:spcBef>
                <a:spcPts val="0"/>
              </a:spcBef>
              <a:spcAft>
                <a:spcPts val="0"/>
              </a:spcAft>
              <a:buSzPts val="900"/>
              <a:buNone/>
              <a:defRPr b="1" sz="900"/>
            </a:lvl6pPr>
            <a:lvl7pPr lvl="6">
              <a:spcBef>
                <a:spcPts val="0"/>
              </a:spcBef>
              <a:spcAft>
                <a:spcPts val="0"/>
              </a:spcAft>
              <a:buSzPts val="900"/>
              <a:buNone/>
              <a:defRPr b="1" sz="900"/>
            </a:lvl7pPr>
            <a:lvl8pPr lvl="7">
              <a:spcBef>
                <a:spcPts val="0"/>
              </a:spcBef>
              <a:spcAft>
                <a:spcPts val="0"/>
              </a:spcAft>
              <a:buSzPts val="900"/>
              <a:buNone/>
              <a:defRPr b="1" sz="900"/>
            </a:lvl8pPr>
            <a:lvl9pPr lvl="8">
              <a:spcBef>
                <a:spcPts val="0"/>
              </a:spcBef>
              <a:spcAft>
                <a:spcPts val="0"/>
              </a:spcAft>
              <a:buSzPts val="900"/>
              <a:buNone/>
              <a:defRPr b="1" sz="900"/>
            </a:lvl9pPr>
          </a:lstStyle>
          <a:p/>
        </p:txBody>
      </p:sp>
      <p:sp>
        <p:nvSpPr>
          <p:cNvPr id="107" name="Google Shape;107;p20"/>
          <p:cNvSpPr txBox="1"/>
          <p:nvPr>
            <p:ph idx="5" type="body"/>
          </p:nvPr>
        </p:nvSpPr>
        <p:spPr>
          <a:xfrm>
            <a:off x="6082150" y="3455951"/>
            <a:ext cx="2834100" cy="10542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08" name="Google Shape;108;p20"/>
          <p:cNvSpPr txBox="1"/>
          <p:nvPr>
            <p:ph idx="6" type="subTitle"/>
          </p:nvPr>
        </p:nvSpPr>
        <p:spPr>
          <a:xfrm>
            <a:off x="6082150" y="3127850"/>
            <a:ext cx="2834100" cy="3243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b="1" sz="900"/>
            </a:lvl1pPr>
            <a:lvl2pPr lvl="1">
              <a:spcBef>
                <a:spcPts val="0"/>
              </a:spcBef>
              <a:spcAft>
                <a:spcPts val="0"/>
              </a:spcAft>
              <a:buSzPts val="900"/>
              <a:buNone/>
              <a:defRPr b="1" sz="900"/>
            </a:lvl2pPr>
            <a:lvl3pPr lvl="2">
              <a:spcBef>
                <a:spcPts val="0"/>
              </a:spcBef>
              <a:spcAft>
                <a:spcPts val="0"/>
              </a:spcAft>
              <a:buSzPts val="900"/>
              <a:buNone/>
              <a:defRPr b="1" sz="900"/>
            </a:lvl3pPr>
            <a:lvl4pPr lvl="3">
              <a:spcBef>
                <a:spcPts val="0"/>
              </a:spcBef>
              <a:spcAft>
                <a:spcPts val="0"/>
              </a:spcAft>
              <a:buSzPts val="900"/>
              <a:buNone/>
              <a:defRPr b="1" sz="900"/>
            </a:lvl4pPr>
            <a:lvl5pPr lvl="4">
              <a:spcBef>
                <a:spcPts val="0"/>
              </a:spcBef>
              <a:spcAft>
                <a:spcPts val="0"/>
              </a:spcAft>
              <a:buSzPts val="900"/>
              <a:buNone/>
              <a:defRPr b="1" sz="900"/>
            </a:lvl5pPr>
            <a:lvl6pPr lvl="5">
              <a:spcBef>
                <a:spcPts val="0"/>
              </a:spcBef>
              <a:spcAft>
                <a:spcPts val="0"/>
              </a:spcAft>
              <a:buSzPts val="900"/>
              <a:buNone/>
              <a:defRPr b="1" sz="900"/>
            </a:lvl6pPr>
            <a:lvl7pPr lvl="6">
              <a:spcBef>
                <a:spcPts val="0"/>
              </a:spcBef>
              <a:spcAft>
                <a:spcPts val="0"/>
              </a:spcAft>
              <a:buSzPts val="900"/>
              <a:buNone/>
              <a:defRPr b="1" sz="900"/>
            </a:lvl7pPr>
            <a:lvl8pPr lvl="7">
              <a:spcBef>
                <a:spcPts val="0"/>
              </a:spcBef>
              <a:spcAft>
                <a:spcPts val="0"/>
              </a:spcAft>
              <a:buSzPts val="900"/>
              <a:buNone/>
              <a:defRPr b="1" sz="900"/>
            </a:lvl8pPr>
            <a:lvl9pPr lvl="8">
              <a:spcBef>
                <a:spcPts val="0"/>
              </a:spcBef>
              <a:spcAft>
                <a:spcPts val="0"/>
              </a:spcAft>
              <a:buSzPts val="900"/>
              <a:buNone/>
              <a:defRPr b="1" sz="900"/>
            </a:lvl9pPr>
          </a:lstStyle>
          <a:p/>
        </p:txBody>
      </p:sp>
      <p:cxnSp>
        <p:nvCxnSpPr>
          <p:cNvPr id="109" name="Google Shape;109;p20"/>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TITLE_AND_TWO_COLUMNS_1_2">
    <p:spTree>
      <p:nvGrpSpPr>
        <p:cNvPr id="110" name="Shape 110"/>
        <p:cNvGrpSpPr/>
        <p:nvPr/>
      </p:nvGrpSpPr>
      <p:grpSpPr>
        <a:xfrm>
          <a:off x="0" y="0"/>
          <a:ext cx="0" cy="0"/>
          <a:chOff x="0" y="0"/>
          <a:chExt cx="0" cy="0"/>
        </a:xfrm>
      </p:grpSpPr>
      <p:sp>
        <p:nvSpPr>
          <p:cNvPr id="111" name="Google Shape;111;p21"/>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12" name="Google Shape;112;p21"/>
          <p:cNvSpPr txBox="1"/>
          <p:nvPr>
            <p:ph type="title"/>
          </p:nvPr>
        </p:nvSpPr>
        <p:spPr>
          <a:xfrm>
            <a:off x="229450" y="164350"/>
            <a:ext cx="8686800" cy="8745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cxnSp>
        <p:nvCxnSpPr>
          <p:cNvPr id="113" name="Google Shape;113;p21"/>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
        <p:nvSpPr>
          <p:cNvPr id="114" name="Google Shape;114;p21"/>
          <p:cNvSpPr txBox="1"/>
          <p:nvPr>
            <p:ph idx="1" type="body"/>
          </p:nvPr>
        </p:nvSpPr>
        <p:spPr>
          <a:xfrm>
            <a:off x="2400300" y="2448075"/>
            <a:ext cx="1889400" cy="20211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15" name="Google Shape;115;p21"/>
          <p:cNvSpPr txBox="1"/>
          <p:nvPr>
            <p:ph idx="2" type="body"/>
          </p:nvPr>
        </p:nvSpPr>
        <p:spPr>
          <a:xfrm>
            <a:off x="228600" y="2448075"/>
            <a:ext cx="1889400" cy="20211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16" name="Google Shape;116;p21"/>
          <p:cNvSpPr txBox="1"/>
          <p:nvPr>
            <p:ph idx="3" type="body"/>
          </p:nvPr>
        </p:nvSpPr>
        <p:spPr>
          <a:xfrm>
            <a:off x="4572000" y="2448075"/>
            <a:ext cx="1889400" cy="20211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17" name="Google Shape;117;p21"/>
          <p:cNvSpPr txBox="1"/>
          <p:nvPr>
            <p:ph idx="4" type="body"/>
          </p:nvPr>
        </p:nvSpPr>
        <p:spPr>
          <a:xfrm>
            <a:off x="6743700" y="2448075"/>
            <a:ext cx="1889400" cy="20211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18" name="Google Shape;118;p21"/>
          <p:cNvSpPr txBox="1"/>
          <p:nvPr>
            <p:ph idx="5" type="subTitle"/>
          </p:nvPr>
        </p:nvSpPr>
        <p:spPr>
          <a:xfrm>
            <a:off x="229450" y="2123775"/>
            <a:ext cx="1889400" cy="3243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b="1" sz="900"/>
            </a:lvl1pPr>
            <a:lvl2pPr lvl="1">
              <a:spcBef>
                <a:spcPts val="0"/>
              </a:spcBef>
              <a:spcAft>
                <a:spcPts val="0"/>
              </a:spcAft>
              <a:buSzPts val="900"/>
              <a:buNone/>
              <a:defRPr b="1" sz="900"/>
            </a:lvl2pPr>
            <a:lvl3pPr lvl="2">
              <a:spcBef>
                <a:spcPts val="0"/>
              </a:spcBef>
              <a:spcAft>
                <a:spcPts val="0"/>
              </a:spcAft>
              <a:buSzPts val="900"/>
              <a:buNone/>
              <a:defRPr b="1" sz="900"/>
            </a:lvl3pPr>
            <a:lvl4pPr lvl="3">
              <a:spcBef>
                <a:spcPts val="0"/>
              </a:spcBef>
              <a:spcAft>
                <a:spcPts val="0"/>
              </a:spcAft>
              <a:buSzPts val="900"/>
              <a:buNone/>
              <a:defRPr b="1" sz="900"/>
            </a:lvl4pPr>
            <a:lvl5pPr lvl="4">
              <a:spcBef>
                <a:spcPts val="0"/>
              </a:spcBef>
              <a:spcAft>
                <a:spcPts val="0"/>
              </a:spcAft>
              <a:buSzPts val="900"/>
              <a:buNone/>
              <a:defRPr b="1" sz="900"/>
            </a:lvl5pPr>
            <a:lvl6pPr lvl="5">
              <a:spcBef>
                <a:spcPts val="0"/>
              </a:spcBef>
              <a:spcAft>
                <a:spcPts val="0"/>
              </a:spcAft>
              <a:buSzPts val="900"/>
              <a:buNone/>
              <a:defRPr b="1" sz="900"/>
            </a:lvl6pPr>
            <a:lvl7pPr lvl="6">
              <a:spcBef>
                <a:spcPts val="0"/>
              </a:spcBef>
              <a:spcAft>
                <a:spcPts val="0"/>
              </a:spcAft>
              <a:buSzPts val="900"/>
              <a:buNone/>
              <a:defRPr b="1" sz="900"/>
            </a:lvl7pPr>
            <a:lvl8pPr lvl="7">
              <a:spcBef>
                <a:spcPts val="0"/>
              </a:spcBef>
              <a:spcAft>
                <a:spcPts val="0"/>
              </a:spcAft>
              <a:buSzPts val="900"/>
              <a:buNone/>
              <a:defRPr b="1" sz="900"/>
            </a:lvl8pPr>
            <a:lvl9pPr lvl="8">
              <a:spcBef>
                <a:spcPts val="0"/>
              </a:spcBef>
              <a:spcAft>
                <a:spcPts val="0"/>
              </a:spcAft>
              <a:buSzPts val="900"/>
              <a:buNone/>
              <a:defRPr b="1" sz="900"/>
            </a:lvl9pPr>
          </a:lstStyle>
          <a:p/>
        </p:txBody>
      </p:sp>
      <p:sp>
        <p:nvSpPr>
          <p:cNvPr id="119" name="Google Shape;119;p21"/>
          <p:cNvSpPr txBox="1"/>
          <p:nvPr>
            <p:ph idx="6" type="subTitle"/>
          </p:nvPr>
        </p:nvSpPr>
        <p:spPr>
          <a:xfrm>
            <a:off x="2400300" y="2123775"/>
            <a:ext cx="1889400" cy="3243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b="1" sz="900"/>
            </a:lvl1pPr>
            <a:lvl2pPr lvl="1">
              <a:spcBef>
                <a:spcPts val="0"/>
              </a:spcBef>
              <a:spcAft>
                <a:spcPts val="0"/>
              </a:spcAft>
              <a:buSzPts val="900"/>
              <a:buNone/>
              <a:defRPr b="1" sz="900"/>
            </a:lvl2pPr>
            <a:lvl3pPr lvl="2">
              <a:spcBef>
                <a:spcPts val="0"/>
              </a:spcBef>
              <a:spcAft>
                <a:spcPts val="0"/>
              </a:spcAft>
              <a:buSzPts val="900"/>
              <a:buNone/>
              <a:defRPr b="1" sz="900"/>
            </a:lvl3pPr>
            <a:lvl4pPr lvl="3">
              <a:spcBef>
                <a:spcPts val="0"/>
              </a:spcBef>
              <a:spcAft>
                <a:spcPts val="0"/>
              </a:spcAft>
              <a:buSzPts val="900"/>
              <a:buNone/>
              <a:defRPr b="1" sz="900"/>
            </a:lvl4pPr>
            <a:lvl5pPr lvl="4">
              <a:spcBef>
                <a:spcPts val="0"/>
              </a:spcBef>
              <a:spcAft>
                <a:spcPts val="0"/>
              </a:spcAft>
              <a:buSzPts val="900"/>
              <a:buNone/>
              <a:defRPr b="1" sz="900"/>
            </a:lvl5pPr>
            <a:lvl6pPr lvl="5">
              <a:spcBef>
                <a:spcPts val="0"/>
              </a:spcBef>
              <a:spcAft>
                <a:spcPts val="0"/>
              </a:spcAft>
              <a:buSzPts val="900"/>
              <a:buNone/>
              <a:defRPr b="1" sz="900"/>
            </a:lvl6pPr>
            <a:lvl7pPr lvl="6">
              <a:spcBef>
                <a:spcPts val="0"/>
              </a:spcBef>
              <a:spcAft>
                <a:spcPts val="0"/>
              </a:spcAft>
              <a:buSzPts val="900"/>
              <a:buNone/>
              <a:defRPr b="1" sz="900"/>
            </a:lvl7pPr>
            <a:lvl8pPr lvl="7">
              <a:spcBef>
                <a:spcPts val="0"/>
              </a:spcBef>
              <a:spcAft>
                <a:spcPts val="0"/>
              </a:spcAft>
              <a:buSzPts val="900"/>
              <a:buNone/>
              <a:defRPr b="1" sz="900"/>
            </a:lvl8pPr>
            <a:lvl9pPr lvl="8">
              <a:spcBef>
                <a:spcPts val="0"/>
              </a:spcBef>
              <a:spcAft>
                <a:spcPts val="0"/>
              </a:spcAft>
              <a:buSzPts val="900"/>
              <a:buNone/>
              <a:defRPr b="1" sz="900"/>
            </a:lvl9pPr>
          </a:lstStyle>
          <a:p/>
        </p:txBody>
      </p:sp>
      <p:sp>
        <p:nvSpPr>
          <p:cNvPr id="120" name="Google Shape;120;p21"/>
          <p:cNvSpPr txBox="1"/>
          <p:nvPr>
            <p:ph idx="7" type="subTitle"/>
          </p:nvPr>
        </p:nvSpPr>
        <p:spPr>
          <a:xfrm>
            <a:off x="4572000" y="2123775"/>
            <a:ext cx="1889400" cy="3243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b="1" sz="900"/>
            </a:lvl1pPr>
            <a:lvl2pPr lvl="1">
              <a:spcBef>
                <a:spcPts val="0"/>
              </a:spcBef>
              <a:spcAft>
                <a:spcPts val="0"/>
              </a:spcAft>
              <a:buSzPts val="900"/>
              <a:buNone/>
              <a:defRPr b="1" sz="900"/>
            </a:lvl2pPr>
            <a:lvl3pPr lvl="2">
              <a:spcBef>
                <a:spcPts val="0"/>
              </a:spcBef>
              <a:spcAft>
                <a:spcPts val="0"/>
              </a:spcAft>
              <a:buSzPts val="900"/>
              <a:buNone/>
              <a:defRPr b="1" sz="900"/>
            </a:lvl3pPr>
            <a:lvl4pPr lvl="3">
              <a:spcBef>
                <a:spcPts val="0"/>
              </a:spcBef>
              <a:spcAft>
                <a:spcPts val="0"/>
              </a:spcAft>
              <a:buSzPts val="900"/>
              <a:buNone/>
              <a:defRPr b="1" sz="900"/>
            </a:lvl4pPr>
            <a:lvl5pPr lvl="4">
              <a:spcBef>
                <a:spcPts val="0"/>
              </a:spcBef>
              <a:spcAft>
                <a:spcPts val="0"/>
              </a:spcAft>
              <a:buSzPts val="900"/>
              <a:buNone/>
              <a:defRPr b="1" sz="900"/>
            </a:lvl5pPr>
            <a:lvl6pPr lvl="5">
              <a:spcBef>
                <a:spcPts val="0"/>
              </a:spcBef>
              <a:spcAft>
                <a:spcPts val="0"/>
              </a:spcAft>
              <a:buSzPts val="900"/>
              <a:buNone/>
              <a:defRPr b="1" sz="900"/>
            </a:lvl6pPr>
            <a:lvl7pPr lvl="6">
              <a:spcBef>
                <a:spcPts val="0"/>
              </a:spcBef>
              <a:spcAft>
                <a:spcPts val="0"/>
              </a:spcAft>
              <a:buSzPts val="900"/>
              <a:buNone/>
              <a:defRPr b="1" sz="900"/>
            </a:lvl7pPr>
            <a:lvl8pPr lvl="7">
              <a:spcBef>
                <a:spcPts val="0"/>
              </a:spcBef>
              <a:spcAft>
                <a:spcPts val="0"/>
              </a:spcAft>
              <a:buSzPts val="900"/>
              <a:buNone/>
              <a:defRPr b="1" sz="900"/>
            </a:lvl8pPr>
            <a:lvl9pPr lvl="8">
              <a:spcBef>
                <a:spcPts val="0"/>
              </a:spcBef>
              <a:spcAft>
                <a:spcPts val="0"/>
              </a:spcAft>
              <a:buSzPts val="900"/>
              <a:buNone/>
              <a:defRPr b="1" sz="900"/>
            </a:lvl9pPr>
          </a:lstStyle>
          <a:p/>
        </p:txBody>
      </p:sp>
      <p:sp>
        <p:nvSpPr>
          <p:cNvPr id="121" name="Google Shape;121;p21"/>
          <p:cNvSpPr txBox="1"/>
          <p:nvPr>
            <p:ph idx="8" type="subTitle"/>
          </p:nvPr>
        </p:nvSpPr>
        <p:spPr>
          <a:xfrm>
            <a:off x="6743700" y="2123775"/>
            <a:ext cx="1889400" cy="3243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b="1" sz="900"/>
            </a:lvl1pPr>
            <a:lvl2pPr lvl="1">
              <a:spcBef>
                <a:spcPts val="0"/>
              </a:spcBef>
              <a:spcAft>
                <a:spcPts val="0"/>
              </a:spcAft>
              <a:buSzPts val="900"/>
              <a:buNone/>
              <a:defRPr b="1" sz="900"/>
            </a:lvl2pPr>
            <a:lvl3pPr lvl="2">
              <a:spcBef>
                <a:spcPts val="0"/>
              </a:spcBef>
              <a:spcAft>
                <a:spcPts val="0"/>
              </a:spcAft>
              <a:buSzPts val="900"/>
              <a:buNone/>
              <a:defRPr b="1" sz="900"/>
            </a:lvl3pPr>
            <a:lvl4pPr lvl="3">
              <a:spcBef>
                <a:spcPts val="0"/>
              </a:spcBef>
              <a:spcAft>
                <a:spcPts val="0"/>
              </a:spcAft>
              <a:buSzPts val="900"/>
              <a:buNone/>
              <a:defRPr b="1" sz="900"/>
            </a:lvl4pPr>
            <a:lvl5pPr lvl="4">
              <a:spcBef>
                <a:spcPts val="0"/>
              </a:spcBef>
              <a:spcAft>
                <a:spcPts val="0"/>
              </a:spcAft>
              <a:buSzPts val="900"/>
              <a:buNone/>
              <a:defRPr b="1" sz="900"/>
            </a:lvl5pPr>
            <a:lvl6pPr lvl="5">
              <a:spcBef>
                <a:spcPts val="0"/>
              </a:spcBef>
              <a:spcAft>
                <a:spcPts val="0"/>
              </a:spcAft>
              <a:buSzPts val="900"/>
              <a:buNone/>
              <a:defRPr b="1" sz="900"/>
            </a:lvl6pPr>
            <a:lvl7pPr lvl="6">
              <a:spcBef>
                <a:spcPts val="0"/>
              </a:spcBef>
              <a:spcAft>
                <a:spcPts val="0"/>
              </a:spcAft>
              <a:buSzPts val="900"/>
              <a:buNone/>
              <a:defRPr b="1" sz="900"/>
            </a:lvl7pPr>
            <a:lvl8pPr lvl="7">
              <a:spcBef>
                <a:spcPts val="0"/>
              </a:spcBef>
              <a:spcAft>
                <a:spcPts val="0"/>
              </a:spcAft>
              <a:buSzPts val="900"/>
              <a:buNone/>
              <a:defRPr b="1" sz="900"/>
            </a:lvl8pPr>
            <a:lvl9pPr lvl="8">
              <a:spcBef>
                <a:spcPts val="0"/>
              </a:spcBef>
              <a:spcAft>
                <a:spcPts val="0"/>
              </a:spcAft>
              <a:buSzPts val="900"/>
              <a:buNone/>
              <a:defRPr b="1" sz="9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one column text">
  <p:cSld name="TITLE_AND_TWO_COLUMNS_1_2_1">
    <p:spTree>
      <p:nvGrpSpPr>
        <p:cNvPr id="122" name="Shape 122"/>
        <p:cNvGrpSpPr/>
        <p:nvPr/>
      </p:nvGrpSpPr>
      <p:grpSpPr>
        <a:xfrm>
          <a:off x="0" y="0"/>
          <a:ext cx="0" cy="0"/>
          <a:chOff x="0" y="0"/>
          <a:chExt cx="0" cy="0"/>
        </a:xfrm>
      </p:grpSpPr>
      <p:sp>
        <p:nvSpPr>
          <p:cNvPr id="123" name="Google Shape;123;p22"/>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24" name="Google Shape;124;p22"/>
          <p:cNvSpPr txBox="1"/>
          <p:nvPr>
            <p:ph type="title"/>
          </p:nvPr>
        </p:nvSpPr>
        <p:spPr>
          <a:xfrm>
            <a:off x="229450" y="164350"/>
            <a:ext cx="5541900" cy="1834200"/>
          </a:xfrm>
          <a:prstGeom prst="rect">
            <a:avLst/>
          </a:prstGeom>
        </p:spPr>
        <p:txBody>
          <a:bodyPr anchorCtr="0" anchor="t" bIns="91425" lIns="91425" spcFirstLastPara="1" rIns="91425" wrap="square" tIns="91425">
            <a:noAutofit/>
          </a:bodyPr>
          <a:lstStyle>
            <a:lvl1pPr lvl="0">
              <a:spcBef>
                <a:spcPts val="0"/>
              </a:spcBef>
              <a:spcAft>
                <a:spcPts val="0"/>
              </a:spcAft>
              <a:buSzPts val="4500"/>
              <a:buNone/>
              <a:defRPr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p:txBody>
      </p:sp>
      <p:cxnSp>
        <p:nvCxnSpPr>
          <p:cNvPr id="125" name="Google Shape;125;p22"/>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
        <p:nvSpPr>
          <p:cNvPr id="126" name="Google Shape;126;p22"/>
          <p:cNvSpPr txBox="1"/>
          <p:nvPr>
            <p:ph idx="1" type="body"/>
          </p:nvPr>
        </p:nvSpPr>
        <p:spPr>
          <a:xfrm>
            <a:off x="228600" y="2448075"/>
            <a:ext cx="5541900" cy="20211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27" name="Google Shape;127;p22"/>
          <p:cNvSpPr txBox="1"/>
          <p:nvPr>
            <p:ph idx="2" type="subTitle"/>
          </p:nvPr>
        </p:nvSpPr>
        <p:spPr>
          <a:xfrm>
            <a:off x="228600" y="1798275"/>
            <a:ext cx="5541900" cy="6498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ITLE_AND_TWO_COLUMNS_1_1">
    <p:spTree>
      <p:nvGrpSpPr>
        <p:cNvPr id="128" name="Shape 128"/>
        <p:cNvGrpSpPr/>
        <p:nvPr/>
      </p:nvGrpSpPr>
      <p:grpSpPr>
        <a:xfrm>
          <a:off x="0" y="0"/>
          <a:ext cx="0" cy="0"/>
          <a:chOff x="0" y="0"/>
          <a:chExt cx="0" cy="0"/>
        </a:xfrm>
      </p:grpSpPr>
      <p:sp>
        <p:nvSpPr>
          <p:cNvPr id="129" name="Google Shape;129;p23"/>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30" name="Google Shape;130;p23"/>
          <p:cNvSpPr txBox="1"/>
          <p:nvPr>
            <p:ph type="title"/>
          </p:nvPr>
        </p:nvSpPr>
        <p:spPr>
          <a:xfrm>
            <a:off x="229450" y="164350"/>
            <a:ext cx="8686800" cy="8745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1" name="Google Shape;131;p23"/>
          <p:cNvSpPr txBox="1"/>
          <p:nvPr>
            <p:ph idx="1" type="body"/>
          </p:nvPr>
        </p:nvSpPr>
        <p:spPr>
          <a:xfrm>
            <a:off x="229450" y="3455950"/>
            <a:ext cx="4061100" cy="10542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32" name="Google Shape;132;p23"/>
          <p:cNvSpPr txBox="1"/>
          <p:nvPr>
            <p:ph idx="2" type="subTitle"/>
          </p:nvPr>
        </p:nvSpPr>
        <p:spPr>
          <a:xfrm>
            <a:off x="229450" y="3127850"/>
            <a:ext cx="4061100" cy="3243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b="1" sz="900"/>
            </a:lvl1pPr>
            <a:lvl2pPr lvl="1">
              <a:spcBef>
                <a:spcPts val="0"/>
              </a:spcBef>
              <a:spcAft>
                <a:spcPts val="0"/>
              </a:spcAft>
              <a:buSzPts val="900"/>
              <a:buNone/>
              <a:defRPr b="1" sz="900"/>
            </a:lvl2pPr>
            <a:lvl3pPr lvl="2">
              <a:spcBef>
                <a:spcPts val="0"/>
              </a:spcBef>
              <a:spcAft>
                <a:spcPts val="0"/>
              </a:spcAft>
              <a:buSzPts val="900"/>
              <a:buNone/>
              <a:defRPr b="1" sz="900"/>
            </a:lvl3pPr>
            <a:lvl4pPr lvl="3">
              <a:spcBef>
                <a:spcPts val="0"/>
              </a:spcBef>
              <a:spcAft>
                <a:spcPts val="0"/>
              </a:spcAft>
              <a:buSzPts val="900"/>
              <a:buNone/>
              <a:defRPr b="1" sz="900"/>
            </a:lvl4pPr>
            <a:lvl5pPr lvl="4">
              <a:spcBef>
                <a:spcPts val="0"/>
              </a:spcBef>
              <a:spcAft>
                <a:spcPts val="0"/>
              </a:spcAft>
              <a:buSzPts val="900"/>
              <a:buNone/>
              <a:defRPr b="1" sz="900"/>
            </a:lvl5pPr>
            <a:lvl6pPr lvl="5">
              <a:spcBef>
                <a:spcPts val="0"/>
              </a:spcBef>
              <a:spcAft>
                <a:spcPts val="0"/>
              </a:spcAft>
              <a:buSzPts val="900"/>
              <a:buNone/>
              <a:defRPr b="1" sz="900"/>
            </a:lvl6pPr>
            <a:lvl7pPr lvl="6">
              <a:spcBef>
                <a:spcPts val="0"/>
              </a:spcBef>
              <a:spcAft>
                <a:spcPts val="0"/>
              </a:spcAft>
              <a:buSzPts val="900"/>
              <a:buNone/>
              <a:defRPr b="1" sz="900"/>
            </a:lvl7pPr>
            <a:lvl8pPr lvl="7">
              <a:spcBef>
                <a:spcPts val="0"/>
              </a:spcBef>
              <a:spcAft>
                <a:spcPts val="0"/>
              </a:spcAft>
              <a:buSzPts val="900"/>
              <a:buNone/>
              <a:defRPr b="1" sz="900"/>
            </a:lvl8pPr>
            <a:lvl9pPr lvl="8">
              <a:spcBef>
                <a:spcPts val="0"/>
              </a:spcBef>
              <a:spcAft>
                <a:spcPts val="0"/>
              </a:spcAft>
              <a:buSzPts val="900"/>
              <a:buNone/>
              <a:defRPr b="1" sz="900"/>
            </a:lvl9pPr>
          </a:lstStyle>
          <a:p/>
        </p:txBody>
      </p:sp>
      <p:cxnSp>
        <p:nvCxnSpPr>
          <p:cNvPr id="133" name="Google Shape;133;p23"/>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
        <p:nvSpPr>
          <p:cNvPr id="134" name="Google Shape;134;p23"/>
          <p:cNvSpPr txBox="1"/>
          <p:nvPr>
            <p:ph idx="3" type="body"/>
          </p:nvPr>
        </p:nvSpPr>
        <p:spPr>
          <a:xfrm>
            <a:off x="4573675" y="3455950"/>
            <a:ext cx="4061100" cy="10542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35" name="Google Shape;135;p23"/>
          <p:cNvSpPr txBox="1"/>
          <p:nvPr>
            <p:ph idx="4" type="subTitle"/>
          </p:nvPr>
        </p:nvSpPr>
        <p:spPr>
          <a:xfrm>
            <a:off x="4573675" y="3127850"/>
            <a:ext cx="4061100" cy="3243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b="1" sz="900"/>
            </a:lvl1pPr>
            <a:lvl2pPr lvl="1">
              <a:spcBef>
                <a:spcPts val="0"/>
              </a:spcBef>
              <a:spcAft>
                <a:spcPts val="0"/>
              </a:spcAft>
              <a:buSzPts val="900"/>
              <a:buNone/>
              <a:defRPr b="1" sz="900"/>
            </a:lvl2pPr>
            <a:lvl3pPr lvl="2">
              <a:spcBef>
                <a:spcPts val="0"/>
              </a:spcBef>
              <a:spcAft>
                <a:spcPts val="0"/>
              </a:spcAft>
              <a:buSzPts val="900"/>
              <a:buNone/>
              <a:defRPr b="1" sz="900"/>
            </a:lvl3pPr>
            <a:lvl4pPr lvl="3">
              <a:spcBef>
                <a:spcPts val="0"/>
              </a:spcBef>
              <a:spcAft>
                <a:spcPts val="0"/>
              </a:spcAft>
              <a:buSzPts val="900"/>
              <a:buNone/>
              <a:defRPr b="1" sz="900"/>
            </a:lvl4pPr>
            <a:lvl5pPr lvl="4">
              <a:spcBef>
                <a:spcPts val="0"/>
              </a:spcBef>
              <a:spcAft>
                <a:spcPts val="0"/>
              </a:spcAft>
              <a:buSzPts val="900"/>
              <a:buNone/>
              <a:defRPr b="1" sz="900"/>
            </a:lvl5pPr>
            <a:lvl6pPr lvl="5">
              <a:spcBef>
                <a:spcPts val="0"/>
              </a:spcBef>
              <a:spcAft>
                <a:spcPts val="0"/>
              </a:spcAft>
              <a:buSzPts val="900"/>
              <a:buNone/>
              <a:defRPr b="1" sz="900"/>
            </a:lvl6pPr>
            <a:lvl7pPr lvl="6">
              <a:spcBef>
                <a:spcPts val="0"/>
              </a:spcBef>
              <a:spcAft>
                <a:spcPts val="0"/>
              </a:spcAft>
              <a:buSzPts val="900"/>
              <a:buNone/>
              <a:defRPr b="1" sz="900"/>
            </a:lvl7pPr>
            <a:lvl8pPr lvl="7">
              <a:spcBef>
                <a:spcPts val="0"/>
              </a:spcBef>
              <a:spcAft>
                <a:spcPts val="0"/>
              </a:spcAft>
              <a:buSzPts val="900"/>
              <a:buNone/>
              <a:defRPr b="1" sz="900"/>
            </a:lvl8pPr>
            <a:lvl9pPr lvl="8">
              <a:spcBef>
                <a:spcPts val="0"/>
              </a:spcBef>
              <a:spcAft>
                <a:spcPts val="0"/>
              </a:spcAft>
              <a:buSzPts val="900"/>
              <a:buNone/>
              <a:defRPr b="1" sz="9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ody text">
  <p:cSld name="CUSTOM_3">
    <p:spTree>
      <p:nvGrpSpPr>
        <p:cNvPr id="136" name="Shape 136"/>
        <p:cNvGrpSpPr/>
        <p:nvPr/>
      </p:nvGrpSpPr>
      <p:grpSpPr>
        <a:xfrm>
          <a:off x="0" y="0"/>
          <a:ext cx="0" cy="0"/>
          <a:chOff x="0" y="0"/>
          <a:chExt cx="0" cy="0"/>
        </a:xfrm>
      </p:grpSpPr>
      <p:sp>
        <p:nvSpPr>
          <p:cNvPr id="137" name="Google Shape;137;p24"/>
          <p:cNvSpPr txBox="1"/>
          <p:nvPr>
            <p:ph idx="1" type="body"/>
          </p:nvPr>
        </p:nvSpPr>
        <p:spPr>
          <a:xfrm>
            <a:off x="5095525" y="922175"/>
            <a:ext cx="3440100" cy="1254900"/>
          </a:xfrm>
          <a:prstGeom prst="rect">
            <a:avLst/>
          </a:prstGeom>
        </p:spPr>
        <p:txBody>
          <a:bodyPr anchorCtr="0" anchor="b"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38" name="Google Shape;138;p24"/>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39" name="Google Shape;139;p24"/>
          <p:cNvSpPr txBox="1"/>
          <p:nvPr>
            <p:ph idx="2" type="body"/>
          </p:nvPr>
        </p:nvSpPr>
        <p:spPr>
          <a:xfrm>
            <a:off x="5095525" y="2801100"/>
            <a:ext cx="3440100" cy="813900"/>
          </a:xfrm>
          <a:prstGeom prst="rect">
            <a:avLst/>
          </a:prstGeom>
        </p:spPr>
        <p:txBody>
          <a:bodyPr anchorCtr="0" anchor="b"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40" name="Google Shape;140;p24"/>
          <p:cNvSpPr txBox="1"/>
          <p:nvPr>
            <p:ph idx="3" type="body"/>
          </p:nvPr>
        </p:nvSpPr>
        <p:spPr>
          <a:xfrm>
            <a:off x="5095525" y="4013575"/>
            <a:ext cx="3440100" cy="537000"/>
          </a:xfrm>
          <a:prstGeom prst="rect">
            <a:avLst/>
          </a:prstGeom>
        </p:spPr>
        <p:txBody>
          <a:bodyPr anchorCtr="0" anchor="b"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41" name="Google Shape;141;p24"/>
          <p:cNvSpPr txBox="1"/>
          <p:nvPr>
            <p:ph idx="4"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cxnSp>
        <p:nvCxnSpPr>
          <p:cNvPr id="142" name="Google Shape;142;p24"/>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type="titleOnly">
  <p:cSld name="TITLE_ONLY">
    <p:spTree>
      <p:nvGrpSpPr>
        <p:cNvPr id="143" name="Shape 143"/>
        <p:cNvGrpSpPr/>
        <p:nvPr/>
      </p:nvGrpSpPr>
      <p:grpSpPr>
        <a:xfrm>
          <a:off x="0" y="0"/>
          <a:ext cx="0" cy="0"/>
          <a:chOff x="0" y="0"/>
          <a:chExt cx="0" cy="0"/>
        </a:xfrm>
      </p:grpSpPr>
      <p:sp>
        <p:nvSpPr>
          <p:cNvPr id="144" name="Google Shape;144;p25"/>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45" name="Google Shape;145;p25"/>
          <p:cNvSpPr txBox="1"/>
          <p:nvPr>
            <p:ph type="title"/>
          </p:nvPr>
        </p:nvSpPr>
        <p:spPr>
          <a:xfrm>
            <a:off x="229450" y="164350"/>
            <a:ext cx="8686800" cy="3383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6" name="Google Shape;146;p25"/>
          <p:cNvSpPr txBox="1"/>
          <p:nvPr>
            <p:ph idx="1" type="body"/>
          </p:nvPr>
        </p:nvSpPr>
        <p:spPr>
          <a:xfrm>
            <a:off x="228600" y="3868750"/>
            <a:ext cx="1889400" cy="641400"/>
          </a:xfrm>
          <a:prstGeom prst="rect">
            <a:avLst/>
          </a:prstGeom>
        </p:spPr>
        <p:txBody>
          <a:bodyPr anchorCtr="0" anchor="b"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47" name="Google Shape;147;p25"/>
          <p:cNvSpPr txBox="1"/>
          <p:nvPr>
            <p:ph idx="2" type="body"/>
          </p:nvPr>
        </p:nvSpPr>
        <p:spPr>
          <a:xfrm>
            <a:off x="2400300" y="3868750"/>
            <a:ext cx="1889400" cy="641400"/>
          </a:xfrm>
          <a:prstGeom prst="rect">
            <a:avLst/>
          </a:prstGeom>
        </p:spPr>
        <p:txBody>
          <a:bodyPr anchorCtr="0" anchor="b"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48" name="Google Shape;148;p25"/>
          <p:cNvSpPr txBox="1"/>
          <p:nvPr>
            <p:ph idx="3"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49" name="Google Shape;149;p25"/>
          <p:cNvSpPr txBox="1"/>
          <p:nvPr>
            <p:ph idx="4" type="body"/>
          </p:nvPr>
        </p:nvSpPr>
        <p:spPr>
          <a:xfrm>
            <a:off x="6743700" y="3868750"/>
            <a:ext cx="1889400" cy="641400"/>
          </a:xfrm>
          <a:prstGeom prst="rect">
            <a:avLst/>
          </a:prstGeom>
        </p:spPr>
        <p:txBody>
          <a:bodyPr anchorCtr="0" anchor="b"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50" name="Google Shape;150;p25"/>
          <p:cNvSpPr txBox="1"/>
          <p:nvPr>
            <p:ph idx="5" type="body"/>
          </p:nvPr>
        </p:nvSpPr>
        <p:spPr>
          <a:xfrm>
            <a:off x="4572000" y="3868750"/>
            <a:ext cx="1889400" cy="641400"/>
          </a:xfrm>
          <a:prstGeom prst="rect">
            <a:avLst/>
          </a:prstGeom>
        </p:spPr>
        <p:txBody>
          <a:bodyPr anchorCtr="0" anchor="b"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cxnSp>
        <p:nvCxnSpPr>
          <p:cNvPr id="151" name="Google Shape;151;p25"/>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lumn text">
  <p:cSld name="TITLE_ONLY_1">
    <p:spTree>
      <p:nvGrpSpPr>
        <p:cNvPr id="152" name="Shape 152"/>
        <p:cNvGrpSpPr/>
        <p:nvPr/>
      </p:nvGrpSpPr>
      <p:grpSpPr>
        <a:xfrm>
          <a:off x="0" y="0"/>
          <a:ext cx="0" cy="0"/>
          <a:chOff x="0" y="0"/>
          <a:chExt cx="0" cy="0"/>
        </a:xfrm>
      </p:grpSpPr>
      <p:sp>
        <p:nvSpPr>
          <p:cNvPr id="153" name="Google Shape;153;p26"/>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54" name="Google Shape;154;p26"/>
          <p:cNvSpPr txBox="1"/>
          <p:nvPr>
            <p:ph idx="1" type="body"/>
          </p:nvPr>
        </p:nvSpPr>
        <p:spPr>
          <a:xfrm>
            <a:off x="370100" y="3868750"/>
            <a:ext cx="1889400" cy="641400"/>
          </a:xfrm>
          <a:prstGeom prst="rect">
            <a:avLst/>
          </a:prstGeom>
        </p:spPr>
        <p:txBody>
          <a:bodyPr anchorCtr="0" anchor="b"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55" name="Google Shape;155;p26"/>
          <p:cNvSpPr txBox="1"/>
          <p:nvPr>
            <p:ph idx="2" type="body"/>
          </p:nvPr>
        </p:nvSpPr>
        <p:spPr>
          <a:xfrm>
            <a:off x="2541453" y="3868750"/>
            <a:ext cx="1889400" cy="641400"/>
          </a:xfrm>
          <a:prstGeom prst="rect">
            <a:avLst/>
          </a:prstGeom>
        </p:spPr>
        <p:txBody>
          <a:bodyPr anchorCtr="0" anchor="b"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56" name="Google Shape;156;p26"/>
          <p:cNvSpPr txBox="1"/>
          <p:nvPr>
            <p:ph idx="3" type="body"/>
          </p:nvPr>
        </p:nvSpPr>
        <p:spPr>
          <a:xfrm>
            <a:off x="4713154" y="3868750"/>
            <a:ext cx="1889400" cy="641400"/>
          </a:xfrm>
          <a:prstGeom prst="rect">
            <a:avLst/>
          </a:prstGeom>
        </p:spPr>
        <p:txBody>
          <a:bodyPr anchorCtr="0" anchor="b"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57" name="Google Shape;157;p26"/>
          <p:cNvSpPr txBox="1"/>
          <p:nvPr>
            <p:ph idx="4" type="body"/>
          </p:nvPr>
        </p:nvSpPr>
        <p:spPr>
          <a:xfrm>
            <a:off x="6884852" y="3868750"/>
            <a:ext cx="1889400" cy="641400"/>
          </a:xfrm>
          <a:prstGeom prst="rect">
            <a:avLst/>
          </a:prstGeom>
        </p:spPr>
        <p:txBody>
          <a:bodyPr anchorCtr="0" anchor="b"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58" name="Google Shape;158;p26"/>
          <p:cNvSpPr txBox="1"/>
          <p:nvPr>
            <p:ph idx="5" type="subTitle"/>
          </p:nvPr>
        </p:nvSpPr>
        <p:spPr>
          <a:xfrm>
            <a:off x="370100" y="495319"/>
            <a:ext cx="1889400" cy="1092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59" name="Google Shape;159;p26"/>
          <p:cNvSpPr txBox="1"/>
          <p:nvPr>
            <p:ph idx="6" type="subTitle"/>
          </p:nvPr>
        </p:nvSpPr>
        <p:spPr>
          <a:xfrm>
            <a:off x="2541450" y="495319"/>
            <a:ext cx="1889400" cy="1092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60" name="Google Shape;160;p26"/>
          <p:cNvSpPr txBox="1"/>
          <p:nvPr>
            <p:ph idx="7" type="subTitle"/>
          </p:nvPr>
        </p:nvSpPr>
        <p:spPr>
          <a:xfrm>
            <a:off x="4712800" y="495319"/>
            <a:ext cx="1889400" cy="1092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61" name="Google Shape;161;p26"/>
          <p:cNvSpPr txBox="1"/>
          <p:nvPr>
            <p:ph idx="8" type="subTitle"/>
          </p:nvPr>
        </p:nvSpPr>
        <p:spPr>
          <a:xfrm>
            <a:off x="6884150" y="495319"/>
            <a:ext cx="1889400" cy="1092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62" name="Google Shape;162;p26"/>
          <p:cNvSpPr txBox="1"/>
          <p:nvPr>
            <p:ph idx="9"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cxnSp>
        <p:nvCxnSpPr>
          <p:cNvPr id="163" name="Google Shape;163;p26"/>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TITLE_ONLY_1_1">
    <p:spTree>
      <p:nvGrpSpPr>
        <p:cNvPr id="164" name="Shape 164"/>
        <p:cNvGrpSpPr/>
        <p:nvPr/>
      </p:nvGrpSpPr>
      <p:grpSpPr>
        <a:xfrm>
          <a:off x="0" y="0"/>
          <a:ext cx="0" cy="0"/>
          <a:chOff x="0" y="0"/>
          <a:chExt cx="0" cy="0"/>
        </a:xfrm>
      </p:grpSpPr>
      <p:sp>
        <p:nvSpPr>
          <p:cNvPr id="165" name="Google Shape;165;p27"/>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66" name="Google Shape;166;p27"/>
          <p:cNvSpPr txBox="1"/>
          <p:nvPr>
            <p:ph idx="1" type="subTitle"/>
          </p:nvPr>
        </p:nvSpPr>
        <p:spPr>
          <a:xfrm>
            <a:off x="1456800" y="1790719"/>
            <a:ext cx="1889400" cy="1092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67" name="Google Shape;167;p27"/>
          <p:cNvSpPr txBox="1"/>
          <p:nvPr>
            <p:ph idx="2" type="subTitle"/>
          </p:nvPr>
        </p:nvSpPr>
        <p:spPr>
          <a:xfrm>
            <a:off x="3628150" y="1790719"/>
            <a:ext cx="1889400" cy="1092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68" name="Google Shape;168;p27"/>
          <p:cNvSpPr txBox="1"/>
          <p:nvPr>
            <p:ph idx="3" type="subTitle"/>
          </p:nvPr>
        </p:nvSpPr>
        <p:spPr>
          <a:xfrm>
            <a:off x="5799500" y="1790719"/>
            <a:ext cx="1889400" cy="1092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69" name="Google Shape;169;p27"/>
          <p:cNvSpPr txBox="1"/>
          <p:nvPr>
            <p:ph idx="4" type="subTitle"/>
          </p:nvPr>
        </p:nvSpPr>
        <p:spPr>
          <a:xfrm>
            <a:off x="5799500" y="3234832"/>
            <a:ext cx="1889400" cy="1092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cxnSp>
        <p:nvCxnSpPr>
          <p:cNvPr id="170" name="Google Shape;170;p27"/>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
        <p:nvSpPr>
          <p:cNvPr id="171" name="Google Shape;171;p27"/>
          <p:cNvSpPr txBox="1"/>
          <p:nvPr>
            <p:ph idx="5" type="subTitle"/>
          </p:nvPr>
        </p:nvSpPr>
        <p:spPr>
          <a:xfrm>
            <a:off x="1456800" y="3234832"/>
            <a:ext cx="1889400" cy="1092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72" name="Google Shape;172;p27"/>
          <p:cNvSpPr txBox="1"/>
          <p:nvPr>
            <p:ph idx="6" type="subTitle"/>
          </p:nvPr>
        </p:nvSpPr>
        <p:spPr>
          <a:xfrm>
            <a:off x="3628150" y="3234832"/>
            <a:ext cx="1889400" cy="1092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73" name="Google Shape;173;p27"/>
          <p:cNvSpPr txBox="1"/>
          <p:nvPr>
            <p:ph type="title"/>
          </p:nvPr>
        </p:nvSpPr>
        <p:spPr>
          <a:xfrm>
            <a:off x="229450" y="332175"/>
            <a:ext cx="8686800" cy="874500"/>
          </a:xfrm>
          <a:prstGeom prst="rect">
            <a:avLst/>
          </a:prstGeom>
        </p:spPr>
        <p:txBody>
          <a:bodyPr anchorCtr="0" anchor="ctr" bIns="91425" lIns="91425" spcFirstLastPara="1" rIns="91425" wrap="square" tIns="91425">
            <a:noAutofit/>
          </a:bodyPr>
          <a:lstStyle>
            <a:lvl1pPr lvl="0">
              <a:spcBef>
                <a:spcPts val="0"/>
              </a:spcBef>
              <a:spcAft>
                <a:spcPts val="0"/>
              </a:spcAft>
              <a:buSzPts val="4500"/>
              <a:buNone/>
              <a:defRPr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V">
  <p:cSld name="CUSTOM_5">
    <p:spTree>
      <p:nvGrpSpPr>
        <p:cNvPr id="174" name="Shape 174"/>
        <p:cNvGrpSpPr/>
        <p:nvPr/>
      </p:nvGrpSpPr>
      <p:grpSpPr>
        <a:xfrm>
          <a:off x="0" y="0"/>
          <a:ext cx="0" cy="0"/>
          <a:chOff x="0" y="0"/>
          <a:chExt cx="0" cy="0"/>
        </a:xfrm>
      </p:grpSpPr>
      <p:sp>
        <p:nvSpPr>
          <p:cNvPr id="175" name="Google Shape;175;p28"/>
          <p:cNvSpPr txBox="1"/>
          <p:nvPr>
            <p:ph idx="1" type="body"/>
          </p:nvPr>
        </p:nvSpPr>
        <p:spPr>
          <a:xfrm>
            <a:off x="2400300" y="2448075"/>
            <a:ext cx="1889400" cy="20211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76" name="Google Shape;176;p28"/>
          <p:cNvSpPr txBox="1"/>
          <p:nvPr>
            <p:ph idx="2" type="body"/>
          </p:nvPr>
        </p:nvSpPr>
        <p:spPr>
          <a:xfrm>
            <a:off x="228600" y="2448075"/>
            <a:ext cx="1889400" cy="20211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77" name="Google Shape;177;p28"/>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78" name="Google Shape;178;p28"/>
          <p:cNvSpPr txBox="1"/>
          <p:nvPr>
            <p:ph type="title"/>
          </p:nvPr>
        </p:nvSpPr>
        <p:spPr>
          <a:xfrm>
            <a:off x="229450" y="332175"/>
            <a:ext cx="8686800" cy="874500"/>
          </a:xfrm>
          <a:prstGeom prst="rect">
            <a:avLst/>
          </a:prstGeom>
        </p:spPr>
        <p:txBody>
          <a:bodyPr anchorCtr="0" anchor="ctr" bIns="91425" lIns="91425" spcFirstLastPara="1" rIns="91425" wrap="square" tIns="91425">
            <a:noAutofit/>
          </a:bodyPr>
          <a:lstStyle>
            <a:lvl1pPr lvl="0">
              <a:spcBef>
                <a:spcPts val="0"/>
              </a:spcBef>
              <a:spcAft>
                <a:spcPts val="0"/>
              </a:spcAft>
              <a:buSzPts val="4500"/>
              <a:buNone/>
              <a:defRPr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p:txBody>
      </p:sp>
      <p:sp>
        <p:nvSpPr>
          <p:cNvPr id="179" name="Google Shape;179;p28"/>
          <p:cNvSpPr txBox="1"/>
          <p:nvPr>
            <p:ph idx="3" type="body"/>
          </p:nvPr>
        </p:nvSpPr>
        <p:spPr>
          <a:xfrm>
            <a:off x="4572000" y="2448075"/>
            <a:ext cx="1889400" cy="20211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80" name="Google Shape;180;p28"/>
          <p:cNvSpPr txBox="1"/>
          <p:nvPr>
            <p:ph idx="4" type="body"/>
          </p:nvPr>
        </p:nvSpPr>
        <p:spPr>
          <a:xfrm>
            <a:off x="6743700" y="2448075"/>
            <a:ext cx="1889400" cy="20211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81" name="Google Shape;181;p28"/>
          <p:cNvSpPr txBox="1"/>
          <p:nvPr>
            <p:ph idx="5" type="subTitle"/>
          </p:nvPr>
        </p:nvSpPr>
        <p:spPr>
          <a:xfrm>
            <a:off x="4572000" y="1585625"/>
            <a:ext cx="4061100" cy="6498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82" name="Google Shape;182;p28"/>
          <p:cNvSpPr txBox="1"/>
          <p:nvPr>
            <p:ph idx="6" type="subTitle"/>
          </p:nvPr>
        </p:nvSpPr>
        <p:spPr>
          <a:xfrm>
            <a:off x="228600" y="1585625"/>
            <a:ext cx="4061100" cy="6498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83" name="Google Shape;183;p28"/>
          <p:cNvSpPr txBox="1"/>
          <p:nvPr>
            <p:ph idx="7"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cxnSp>
        <p:nvCxnSpPr>
          <p:cNvPr id="184" name="Google Shape;184;p28"/>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with footer">
  <p:cSld name="CUSTOM">
    <p:bg>
      <p:bgPr>
        <a:solidFill>
          <a:schemeClr val="dk1"/>
        </a:solidFill>
      </p:bgPr>
    </p:bg>
    <p:spTree>
      <p:nvGrpSpPr>
        <p:cNvPr id="185" name="Shape 185"/>
        <p:cNvGrpSpPr/>
        <p:nvPr/>
      </p:nvGrpSpPr>
      <p:grpSpPr>
        <a:xfrm>
          <a:off x="0" y="0"/>
          <a:ext cx="0" cy="0"/>
          <a:chOff x="0" y="0"/>
          <a:chExt cx="0" cy="0"/>
        </a:xfrm>
      </p:grpSpPr>
      <p:sp>
        <p:nvSpPr>
          <p:cNvPr id="186" name="Google Shape;186;p29"/>
          <p:cNvSpPr txBox="1"/>
          <p:nvPr>
            <p:ph type="title"/>
          </p:nvPr>
        </p:nvSpPr>
        <p:spPr>
          <a:xfrm>
            <a:off x="225750" y="369625"/>
            <a:ext cx="8692500" cy="4314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36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187" name="Google Shape;187;p29"/>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188" name="Google Shape;188;p29"/>
          <p:cNvSpPr txBox="1"/>
          <p:nvPr>
            <p:ph idx="1"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lt1"/>
              </a:buClr>
              <a:buSzPts val="900"/>
              <a:buChar char="●"/>
              <a:defRPr>
                <a:solidFill>
                  <a:schemeClr val="lt1"/>
                </a:solidFill>
              </a:defRPr>
            </a:lvl1pPr>
            <a:lvl2pPr indent="-285750" lvl="1" marL="914400">
              <a:spcBef>
                <a:spcPts val="0"/>
              </a:spcBef>
              <a:spcAft>
                <a:spcPts val="0"/>
              </a:spcAft>
              <a:buClr>
                <a:schemeClr val="lt1"/>
              </a:buClr>
              <a:buSzPts val="900"/>
              <a:buChar char="○"/>
              <a:defRPr>
                <a:solidFill>
                  <a:schemeClr val="lt1"/>
                </a:solidFill>
              </a:defRPr>
            </a:lvl2pPr>
            <a:lvl3pPr indent="-285750" lvl="2" marL="1371600">
              <a:spcBef>
                <a:spcPts val="0"/>
              </a:spcBef>
              <a:spcAft>
                <a:spcPts val="0"/>
              </a:spcAft>
              <a:buClr>
                <a:schemeClr val="lt1"/>
              </a:buClr>
              <a:buSzPts val="900"/>
              <a:buChar char="■"/>
              <a:defRPr>
                <a:solidFill>
                  <a:schemeClr val="lt1"/>
                </a:solidFill>
              </a:defRPr>
            </a:lvl3pPr>
            <a:lvl4pPr indent="-285750" lvl="3" marL="1828800">
              <a:spcBef>
                <a:spcPts val="0"/>
              </a:spcBef>
              <a:spcAft>
                <a:spcPts val="0"/>
              </a:spcAft>
              <a:buClr>
                <a:schemeClr val="lt1"/>
              </a:buClr>
              <a:buSzPts val="900"/>
              <a:buChar char="●"/>
              <a:defRPr>
                <a:solidFill>
                  <a:schemeClr val="lt1"/>
                </a:solidFill>
              </a:defRPr>
            </a:lvl4pPr>
            <a:lvl5pPr indent="-285750" lvl="4" marL="2286000">
              <a:spcBef>
                <a:spcPts val="0"/>
              </a:spcBef>
              <a:spcAft>
                <a:spcPts val="0"/>
              </a:spcAft>
              <a:buClr>
                <a:schemeClr val="lt1"/>
              </a:buClr>
              <a:buSzPts val="900"/>
              <a:buChar char="○"/>
              <a:defRPr>
                <a:solidFill>
                  <a:schemeClr val="lt1"/>
                </a:solidFill>
              </a:defRPr>
            </a:lvl5pPr>
            <a:lvl6pPr indent="-285750" lvl="5" marL="2743200">
              <a:spcBef>
                <a:spcPts val="0"/>
              </a:spcBef>
              <a:spcAft>
                <a:spcPts val="0"/>
              </a:spcAft>
              <a:buClr>
                <a:schemeClr val="lt1"/>
              </a:buClr>
              <a:buSzPts val="900"/>
              <a:buChar char="■"/>
              <a:defRPr>
                <a:solidFill>
                  <a:schemeClr val="lt1"/>
                </a:solidFill>
              </a:defRPr>
            </a:lvl6pPr>
            <a:lvl7pPr indent="-285750" lvl="6" marL="3200400">
              <a:spcBef>
                <a:spcPts val="0"/>
              </a:spcBef>
              <a:spcAft>
                <a:spcPts val="0"/>
              </a:spcAft>
              <a:buClr>
                <a:schemeClr val="lt1"/>
              </a:buClr>
              <a:buSzPts val="900"/>
              <a:buChar char="●"/>
              <a:defRPr>
                <a:solidFill>
                  <a:schemeClr val="lt1"/>
                </a:solidFill>
              </a:defRPr>
            </a:lvl7pPr>
            <a:lvl8pPr indent="-285750" lvl="7" marL="3657600">
              <a:spcBef>
                <a:spcPts val="0"/>
              </a:spcBef>
              <a:spcAft>
                <a:spcPts val="0"/>
              </a:spcAft>
              <a:buClr>
                <a:schemeClr val="lt1"/>
              </a:buClr>
              <a:buSzPts val="900"/>
              <a:buChar char="○"/>
              <a:defRPr>
                <a:solidFill>
                  <a:schemeClr val="lt1"/>
                </a:solidFill>
              </a:defRPr>
            </a:lvl8pPr>
            <a:lvl9pPr indent="-285750" lvl="8" marL="4114800">
              <a:spcBef>
                <a:spcPts val="0"/>
              </a:spcBef>
              <a:spcAft>
                <a:spcPts val="0"/>
              </a:spcAft>
              <a:buClr>
                <a:schemeClr val="lt1"/>
              </a:buClr>
              <a:buSzPts val="900"/>
              <a:buChar char="■"/>
              <a:defRPr>
                <a:solidFill>
                  <a:schemeClr val="lt1"/>
                </a:solidFill>
              </a:defRPr>
            </a:lvl9pPr>
          </a:lstStyle>
          <a:p/>
        </p:txBody>
      </p:sp>
      <p:cxnSp>
        <p:nvCxnSpPr>
          <p:cNvPr id="189" name="Google Shape;189;p29"/>
          <p:cNvCxnSpPr/>
          <p:nvPr/>
        </p:nvCxnSpPr>
        <p:spPr>
          <a:xfrm flipH="1" rot="10800000">
            <a:off x="225750" y="4678950"/>
            <a:ext cx="8692500" cy="5700"/>
          </a:xfrm>
          <a:prstGeom prst="straightConnector1">
            <a:avLst/>
          </a:prstGeom>
          <a:noFill/>
          <a:ln cap="flat" cmpd="sng" w="9525">
            <a:solidFill>
              <a:schemeClr val="lt1"/>
            </a:solidFill>
            <a:prstDash val="solid"/>
            <a:round/>
            <a:headEnd len="med" w="med" type="none"/>
            <a:tailEnd len="med" w="med" type="none"/>
          </a:ln>
        </p:spPr>
      </p:cxn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main point">
  <p:cSld name="CUSTOM_10">
    <p:bg>
      <p:bgPr>
        <a:solidFill>
          <a:schemeClr val="dk1"/>
        </a:solidFill>
      </p:bgPr>
    </p:bg>
    <p:spTree>
      <p:nvGrpSpPr>
        <p:cNvPr id="190" name="Shape 190"/>
        <p:cNvGrpSpPr/>
        <p:nvPr/>
      </p:nvGrpSpPr>
      <p:grpSpPr>
        <a:xfrm>
          <a:off x="0" y="0"/>
          <a:ext cx="0" cy="0"/>
          <a:chOff x="0" y="0"/>
          <a:chExt cx="0" cy="0"/>
        </a:xfrm>
      </p:grpSpPr>
      <p:sp>
        <p:nvSpPr>
          <p:cNvPr id="191" name="Google Shape;191;p30"/>
          <p:cNvSpPr txBox="1"/>
          <p:nvPr>
            <p:ph type="title"/>
          </p:nvPr>
        </p:nvSpPr>
        <p:spPr>
          <a:xfrm>
            <a:off x="225750" y="369625"/>
            <a:ext cx="8692500" cy="4314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36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192" name="Google Shape;192;p30"/>
          <p:cNvSpPr txBox="1"/>
          <p:nvPr>
            <p:ph idx="2"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3" name="Google Shape;193;p30"/>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cxnSp>
        <p:nvCxnSpPr>
          <p:cNvPr id="194" name="Google Shape;194;p30"/>
          <p:cNvCxnSpPr/>
          <p:nvPr/>
        </p:nvCxnSpPr>
        <p:spPr>
          <a:xfrm flipH="1" rot="10800000">
            <a:off x="225750" y="4678950"/>
            <a:ext cx="8692500" cy="5700"/>
          </a:xfrm>
          <a:prstGeom prst="straightConnector1">
            <a:avLst/>
          </a:prstGeom>
          <a:noFill/>
          <a:ln cap="flat" cmpd="sng" w="9525">
            <a:solidFill>
              <a:schemeClr val="lt1"/>
            </a:solidFill>
            <a:prstDash val="solid"/>
            <a:round/>
            <a:headEnd len="med" w="med" type="none"/>
            <a:tailEnd len="med" w="med" type="none"/>
          </a:ln>
        </p:spPr>
      </p:cxn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1">
  <p:cSld name="CUSTOM_6">
    <p:bg>
      <p:bgPr>
        <a:solidFill>
          <a:schemeClr val="dk1"/>
        </a:solidFill>
      </p:bgPr>
    </p:bg>
    <p:spTree>
      <p:nvGrpSpPr>
        <p:cNvPr id="195" name="Shape 195"/>
        <p:cNvGrpSpPr/>
        <p:nvPr/>
      </p:nvGrpSpPr>
      <p:grpSpPr>
        <a:xfrm>
          <a:off x="0" y="0"/>
          <a:ext cx="0" cy="0"/>
          <a:chOff x="0" y="0"/>
          <a:chExt cx="0" cy="0"/>
        </a:xfrm>
      </p:grpSpPr>
      <p:sp>
        <p:nvSpPr>
          <p:cNvPr id="196" name="Google Shape;196;p31"/>
          <p:cNvSpPr txBox="1"/>
          <p:nvPr>
            <p:ph type="title"/>
          </p:nvPr>
        </p:nvSpPr>
        <p:spPr>
          <a:xfrm>
            <a:off x="225750" y="1212350"/>
            <a:ext cx="8692500" cy="34722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500"/>
              <a:buNone/>
              <a:defRPr sz="4500">
                <a:solidFill>
                  <a:schemeClr val="lt1"/>
                </a:solidFill>
              </a:defRPr>
            </a:lvl1pPr>
            <a:lvl2pPr lvl="1">
              <a:spcBef>
                <a:spcPts val="0"/>
              </a:spcBef>
              <a:spcAft>
                <a:spcPts val="0"/>
              </a:spcAft>
              <a:buClr>
                <a:schemeClr val="lt1"/>
              </a:buClr>
              <a:buSzPts val="4500"/>
              <a:buNone/>
              <a:defRPr sz="4500">
                <a:solidFill>
                  <a:schemeClr val="lt1"/>
                </a:solidFill>
              </a:defRPr>
            </a:lvl2pPr>
            <a:lvl3pPr lvl="2">
              <a:spcBef>
                <a:spcPts val="0"/>
              </a:spcBef>
              <a:spcAft>
                <a:spcPts val="0"/>
              </a:spcAft>
              <a:buClr>
                <a:schemeClr val="lt1"/>
              </a:buClr>
              <a:buSzPts val="4500"/>
              <a:buNone/>
              <a:defRPr sz="4500">
                <a:solidFill>
                  <a:schemeClr val="lt1"/>
                </a:solidFill>
              </a:defRPr>
            </a:lvl3pPr>
            <a:lvl4pPr lvl="3">
              <a:spcBef>
                <a:spcPts val="0"/>
              </a:spcBef>
              <a:spcAft>
                <a:spcPts val="0"/>
              </a:spcAft>
              <a:buClr>
                <a:schemeClr val="lt1"/>
              </a:buClr>
              <a:buSzPts val="4500"/>
              <a:buNone/>
              <a:defRPr sz="4500">
                <a:solidFill>
                  <a:schemeClr val="lt1"/>
                </a:solidFill>
              </a:defRPr>
            </a:lvl4pPr>
            <a:lvl5pPr lvl="4">
              <a:spcBef>
                <a:spcPts val="0"/>
              </a:spcBef>
              <a:spcAft>
                <a:spcPts val="0"/>
              </a:spcAft>
              <a:buClr>
                <a:schemeClr val="lt1"/>
              </a:buClr>
              <a:buSzPts val="4500"/>
              <a:buNone/>
              <a:defRPr sz="4500">
                <a:solidFill>
                  <a:schemeClr val="lt1"/>
                </a:solidFill>
              </a:defRPr>
            </a:lvl5pPr>
            <a:lvl6pPr lvl="5">
              <a:spcBef>
                <a:spcPts val="0"/>
              </a:spcBef>
              <a:spcAft>
                <a:spcPts val="0"/>
              </a:spcAft>
              <a:buClr>
                <a:schemeClr val="lt1"/>
              </a:buClr>
              <a:buSzPts val="4500"/>
              <a:buNone/>
              <a:defRPr sz="4500">
                <a:solidFill>
                  <a:schemeClr val="lt1"/>
                </a:solidFill>
              </a:defRPr>
            </a:lvl6pPr>
            <a:lvl7pPr lvl="6">
              <a:spcBef>
                <a:spcPts val="0"/>
              </a:spcBef>
              <a:spcAft>
                <a:spcPts val="0"/>
              </a:spcAft>
              <a:buClr>
                <a:schemeClr val="lt1"/>
              </a:buClr>
              <a:buSzPts val="4500"/>
              <a:buNone/>
              <a:defRPr sz="4500">
                <a:solidFill>
                  <a:schemeClr val="lt1"/>
                </a:solidFill>
              </a:defRPr>
            </a:lvl7pPr>
            <a:lvl8pPr lvl="7">
              <a:spcBef>
                <a:spcPts val="0"/>
              </a:spcBef>
              <a:spcAft>
                <a:spcPts val="0"/>
              </a:spcAft>
              <a:buClr>
                <a:schemeClr val="lt1"/>
              </a:buClr>
              <a:buSzPts val="4500"/>
              <a:buNone/>
              <a:defRPr sz="4500">
                <a:solidFill>
                  <a:schemeClr val="lt1"/>
                </a:solidFill>
              </a:defRPr>
            </a:lvl8pPr>
            <a:lvl9pPr lvl="8">
              <a:spcBef>
                <a:spcPts val="0"/>
              </a:spcBef>
              <a:spcAft>
                <a:spcPts val="0"/>
              </a:spcAft>
              <a:buClr>
                <a:schemeClr val="lt1"/>
              </a:buClr>
              <a:buSzPts val="4500"/>
              <a:buNone/>
              <a:defRPr sz="4500">
                <a:solidFill>
                  <a:schemeClr val="lt1"/>
                </a:solidFill>
              </a:defRPr>
            </a:lvl9pPr>
          </a:lstStyle>
          <a:p/>
        </p:txBody>
      </p:sp>
      <p:sp>
        <p:nvSpPr>
          <p:cNvPr id="197" name="Google Shape;197;p31"/>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198" name="Google Shape;198;p31"/>
          <p:cNvSpPr txBox="1"/>
          <p:nvPr>
            <p:ph idx="1"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lt1"/>
              </a:buClr>
              <a:buSzPts val="900"/>
              <a:buChar char="●"/>
              <a:defRPr>
                <a:solidFill>
                  <a:schemeClr val="lt1"/>
                </a:solidFill>
              </a:defRPr>
            </a:lvl1pPr>
            <a:lvl2pPr indent="-285750" lvl="1" marL="914400">
              <a:spcBef>
                <a:spcPts val="0"/>
              </a:spcBef>
              <a:spcAft>
                <a:spcPts val="0"/>
              </a:spcAft>
              <a:buClr>
                <a:schemeClr val="lt1"/>
              </a:buClr>
              <a:buSzPts val="900"/>
              <a:buChar char="○"/>
              <a:defRPr>
                <a:solidFill>
                  <a:schemeClr val="lt1"/>
                </a:solidFill>
              </a:defRPr>
            </a:lvl2pPr>
            <a:lvl3pPr indent="-285750" lvl="2" marL="1371600">
              <a:spcBef>
                <a:spcPts val="0"/>
              </a:spcBef>
              <a:spcAft>
                <a:spcPts val="0"/>
              </a:spcAft>
              <a:buClr>
                <a:schemeClr val="lt1"/>
              </a:buClr>
              <a:buSzPts val="900"/>
              <a:buChar char="■"/>
              <a:defRPr>
                <a:solidFill>
                  <a:schemeClr val="lt1"/>
                </a:solidFill>
              </a:defRPr>
            </a:lvl3pPr>
            <a:lvl4pPr indent="-285750" lvl="3" marL="1828800">
              <a:spcBef>
                <a:spcPts val="0"/>
              </a:spcBef>
              <a:spcAft>
                <a:spcPts val="0"/>
              </a:spcAft>
              <a:buClr>
                <a:schemeClr val="lt1"/>
              </a:buClr>
              <a:buSzPts val="900"/>
              <a:buChar char="●"/>
              <a:defRPr>
                <a:solidFill>
                  <a:schemeClr val="lt1"/>
                </a:solidFill>
              </a:defRPr>
            </a:lvl4pPr>
            <a:lvl5pPr indent="-285750" lvl="4" marL="2286000">
              <a:spcBef>
                <a:spcPts val="0"/>
              </a:spcBef>
              <a:spcAft>
                <a:spcPts val="0"/>
              </a:spcAft>
              <a:buClr>
                <a:schemeClr val="lt1"/>
              </a:buClr>
              <a:buSzPts val="900"/>
              <a:buChar char="○"/>
              <a:defRPr>
                <a:solidFill>
                  <a:schemeClr val="lt1"/>
                </a:solidFill>
              </a:defRPr>
            </a:lvl5pPr>
            <a:lvl6pPr indent="-285750" lvl="5" marL="2743200">
              <a:spcBef>
                <a:spcPts val="0"/>
              </a:spcBef>
              <a:spcAft>
                <a:spcPts val="0"/>
              </a:spcAft>
              <a:buClr>
                <a:schemeClr val="lt1"/>
              </a:buClr>
              <a:buSzPts val="900"/>
              <a:buChar char="■"/>
              <a:defRPr>
                <a:solidFill>
                  <a:schemeClr val="lt1"/>
                </a:solidFill>
              </a:defRPr>
            </a:lvl6pPr>
            <a:lvl7pPr indent="-285750" lvl="6" marL="3200400">
              <a:spcBef>
                <a:spcPts val="0"/>
              </a:spcBef>
              <a:spcAft>
                <a:spcPts val="0"/>
              </a:spcAft>
              <a:buClr>
                <a:schemeClr val="lt1"/>
              </a:buClr>
              <a:buSzPts val="900"/>
              <a:buChar char="●"/>
              <a:defRPr>
                <a:solidFill>
                  <a:schemeClr val="lt1"/>
                </a:solidFill>
              </a:defRPr>
            </a:lvl7pPr>
            <a:lvl8pPr indent="-285750" lvl="7" marL="3657600">
              <a:spcBef>
                <a:spcPts val="0"/>
              </a:spcBef>
              <a:spcAft>
                <a:spcPts val="0"/>
              </a:spcAft>
              <a:buClr>
                <a:schemeClr val="lt1"/>
              </a:buClr>
              <a:buSzPts val="900"/>
              <a:buChar char="○"/>
              <a:defRPr>
                <a:solidFill>
                  <a:schemeClr val="lt1"/>
                </a:solidFill>
              </a:defRPr>
            </a:lvl8pPr>
            <a:lvl9pPr indent="-285750" lvl="8" marL="4114800">
              <a:spcBef>
                <a:spcPts val="0"/>
              </a:spcBef>
              <a:spcAft>
                <a:spcPts val="0"/>
              </a:spcAft>
              <a:buClr>
                <a:schemeClr val="lt1"/>
              </a:buClr>
              <a:buSzPts val="900"/>
              <a:buChar char="■"/>
              <a:defRPr>
                <a:solidFill>
                  <a:schemeClr val="lt1"/>
                </a:solidFill>
              </a:defRPr>
            </a:lvl9pPr>
          </a:lstStyle>
          <a:p/>
        </p:txBody>
      </p:sp>
      <p:cxnSp>
        <p:nvCxnSpPr>
          <p:cNvPr id="199" name="Google Shape;199;p31"/>
          <p:cNvCxnSpPr/>
          <p:nvPr/>
        </p:nvCxnSpPr>
        <p:spPr>
          <a:xfrm flipH="1" rot="10800000">
            <a:off x="225750" y="4678950"/>
            <a:ext cx="8692500" cy="5700"/>
          </a:xfrm>
          <a:prstGeom prst="straightConnector1">
            <a:avLst/>
          </a:prstGeom>
          <a:noFill/>
          <a:ln cap="flat" cmpd="sng" w="9525">
            <a:solidFill>
              <a:schemeClr val="lt1"/>
            </a:solidFill>
            <a:prstDash val="solid"/>
            <a:round/>
            <a:headEnd len="med" w="med" type="none"/>
            <a:tailEnd len="med" w="med" type="none"/>
          </a:ln>
        </p:spPr>
      </p:cxnSp>
      <p:cxnSp>
        <p:nvCxnSpPr>
          <p:cNvPr id="200" name="Google Shape;200;p31"/>
          <p:cNvCxnSpPr/>
          <p:nvPr/>
        </p:nvCxnSpPr>
        <p:spPr>
          <a:xfrm flipH="1" rot="10800000">
            <a:off x="225750" y="1212350"/>
            <a:ext cx="8692500" cy="5700"/>
          </a:xfrm>
          <a:prstGeom prst="straightConnector1">
            <a:avLst/>
          </a:prstGeom>
          <a:noFill/>
          <a:ln cap="flat" cmpd="sng" w="9525">
            <a:solidFill>
              <a:schemeClr val="lt1"/>
            </a:solidFill>
            <a:prstDash val="solid"/>
            <a:round/>
            <a:headEnd len="med" w="med" type="none"/>
            <a:tailEnd len="med" w="med" type="none"/>
          </a:ln>
        </p:spPr>
      </p:cxn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with footer">
  <p:cSld name="CUSTOM_7">
    <p:spTree>
      <p:nvGrpSpPr>
        <p:cNvPr id="201" name="Shape 201"/>
        <p:cNvGrpSpPr/>
        <p:nvPr/>
      </p:nvGrpSpPr>
      <p:grpSpPr>
        <a:xfrm>
          <a:off x="0" y="0"/>
          <a:ext cx="0" cy="0"/>
          <a:chOff x="0" y="0"/>
          <a:chExt cx="0" cy="0"/>
        </a:xfrm>
      </p:grpSpPr>
      <p:sp>
        <p:nvSpPr>
          <p:cNvPr id="202" name="Google Shape;202;p32"/>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03" name="Google Shape;203;p32"/>
          <p:cNvSpPr txBox="1"/>
          <p:nvPr>
            <p:ph type="title"/>
          </p:nvPr>
        </p:nvSpPr>
        <p:spPr>
          <a:xfrm>
            <a:off x="228600" y="665825"/>
            <a:ext cx="5753400" cy="22860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4" name="Google Shape;204;p32"/>
          <p:cNvSpPr/>
          <p:nvPr>
            <p:ph idx="2" type="pic"/>
          </p:nvPr>
        </p:nvSpPr>
        <p:spPr>
          <a:xfrm>
            <a:off x="6777063" y="1017650"/>
            <a:ext cx="1582800" cy="1582800"/>
          </a:xfrm>
          <a:prstGeom prst="rect">
            <a:avLst/>
          </a:prstGeom>
          <a:noFill/>
          <a:ln>
            <a:noFill/>
          </a:ln>
        </p:spPr>
      </p:sp>
      <p:sp>
        <p:nvSpPr>
          <p:cNvPr id="205" name="Google Shape;205;p32"/>
          <p:cNvSpPr txBox="1"/>
          <p:nvPr>
            <p:ph idx="1"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cxnSp>
        <p:nvCxnSpPr>
          <p:cNvPr id="206" name="Google Shape;206;p32"/>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CUSTOM_7_1">
    <p:spTree>
      <p:nvGrpSpPr>
        <p:cNvPr id="207" name="Shape 207"/>
        <p:cNvGrpSpPr/>
        <p:nvPr/>
      </p:nvGrpSpPr>
      <p:grpSpPr>
        <a:xfrm>
          <a:off x="0" y="0"/>
          <a:ext cx="0" cy="0"/>
          <a:chOff x="0" y="0"/>
          <a:chExt cx="0" cy="0"/>
        </a:xfrm>
      </p:grpSpPr>
      <p:sp>
        <p:nvSpPr>
          <p:cNvPr id="208" name="Google Shape;208;p33"/>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09" name="Google Shape;209;p33"/>
          <p:cNvSpPr/>
          <p:nvPr/>
        </p:nvSpPr>
        <p:spPr>
          <a:xfrm>
            <a:off x="7005675" y="789050"/>
            <a:ext cx="1582800" cy="15828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0" name="Google Shape;210;p33"/>
          <p:cNvSpPr txBox="1"/>
          <p:nvPr>
            <p:ph type="title"/>
          </p:nvPr>
        </p:nvSpPr>
        <p:spPr>
          <a:xfrm>
            <a:off x="228600" y="665825"/>
            <a:ext cx="5753400" cy="22860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1" name="Google Shape;211;p33"/>
          <p:cNvSpPr/>
          <p:nvPr>
            <p:ph idx="2" type="pic"/>
          </p:nvPr>
        </p:nvSpPr>
        <p:spPr>
          <a:xfrm>
            <a:off x="6777063" y="1017650"/>
            <a:ext cx="1582800" cy="1582800"/>
          </a:xfrm>
          <a:prstGeom prst="rect">
            <a:avLst/>
          </a:prstGeom>
          <a:noFill/>
          <a:ln>
            <a:noFill/>
          </a:ln>
        </p:spPr>
      </p:sp>
      <p:cxnSp>
        <p:nvCxnSpPr>
          <p:cNvPr id="212" name="Google Shape;212;p33"/>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2">
  <p:cSld name="CUSTOM_8">
    <p:spTree>
      <p:nvGrpSpPr>
        <p:cNvPr id="213" name="Shape 213"/>
        <p:cNvGrpSpPr/>
        <p:nvPr/>
      </p:nvGrpSpPr>
      <p:grpSpPr>
        <a:xfrm>
          <a:off x="0" y="0"/>
          <a:ext cx="0" cy="0"/>
          <a:chOff x="0" y="0"/>
          <a:chExt cx="0" cy="0"/>
        </a:xfrm>
      </p:grpSpPr>
      <p:sp>
        <p:nvSpPr>
          <p:cNvPr id="214" name="Google Shape;214;p34"/>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15" name="Google Shape;215;p34"/>
          <p:cNvSpPr txBox="1"/>
          <p:nvPr>
            <p:ph type="title"/>
          </p:nvPr>
        </p:nvSpPr>
        <p:spPr>
          <a:xfrm>
            <a:off x="228600" y="1549575"/>
            <a:ext cx="7938000" cy="2286000"/>
          </a:xfrm>
          <a:prstGeom prst="rect">
            <a:avLst/>
          </a:prstGeom>
        </p:spPr>
        <p:txBody>
          <a:bodyPr anchorCtr="0" anchor="b"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6" name="Google Shape;216;p34"/>
          <p:cNvSpPr txBox="1"/>
          <p:nvPr>
            <p:ph idx="1"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cxnSp>
        <p:nvCxnSpPr>
          <p:cNvPr id="217" name="Google Shape;217;p34"/>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_8_1">
    <p:spTree>
      <p:nvGrpSpPr>
        <p:cNvPr id="218" name="Shape 218"/>
        <p:cNvGrpSpPr/>
        <p:nvPr/>
      </p:nvGrpSpPr>
      <p:grpSpPr>
        <a:xfrm>
          <a:off x="0" y="0"/>
          <a:ext cx="0" cy="0"/>
          <a:chOff x="0" y="0"/>
          <a:chExt cx="0" cy="0"/>
        </a:xfrm>
      </p:grpSpPr>
      <p:sp>
        <p:nvSpPr>
          <p:cNvPr id="219" name="Google Shape;219;p35"/>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220" name="Google Shape;220;p35"/>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
        <p:nvSpPr>
          <p:cNvPr id="221" name="Google Shape;221;p35"/>
          <p:cNvSpPr txBox="1"/>
          <p:nvPr>
            <p:ph type="title"/>
          </p:nvPr>
        </p:nvSpPr>
        <p:spPr>
          <a:xfrm>
            <a:off x="229450" y="332175"/>
            <a:ext cx="8686800" cy="874500"/>
          </a:xfrm>
          <a:prstGeom prst="rect">
            <a:avLst/>
          </a:prstGeom>
        </p:spPr>
        <p:txBody>
          <a:bodyPr anchorCtr="0" anchor="ctr" bIns="91425" lIns="91425" spcFirstLastPara="1" rIns="91425" wrap="square" tIns="91425">
            <a:noAutofit/>
          </a:bodyPr>
          <a:lstStyle>
            <a:lvl1pPr lvl="0">
              <a:spcBef>
                <a:spcPts val="0"/>
              </a:spcBef>
              <a:spcAft>
                <a:spcPts val="0"/>
              </a:spcAft>
              <a:buSzPts val="4500"/>
              <a:buNone/>
              <a:defRPr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CUSTOM_8_1_1">
    <p:spTree>
      <p:nvGrpSpPr>
        <p:cNvPr id="222" name="Shape 222"/>
        <p:cNvGrpSpPr/>
        <p:nvPr/>
      </p:nvGrpSpPr>
      <p:grpSpPr>
        <a:xfrm>
          <a:off x="0" y="0"/>
          <a:ext cx="0" cy="0"/>
          <a:chOff x="0" y="0"/>
          <a:chExt cx="0" cy="0"/>
        </a:xfrm>
      </p:grpSpPr>
      <p:sp>
        <p:nvSpPr>
          <p:cNvPr id="223" name="Google Shape;223;p36"/>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224" name="Google Shape;224;p36"/>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
        <p:nvSpPr>
          <p:cNvPr id="225" name="Google Shape;225;p36"/>
          <p:cNvSpPr txBox="1"/>
          <p:nvPr>
            <p:ph type="title"/>
          </p:nvPr>
        </p:nvSpPr>
        <p:spPr>
          <a:xfrm>
            <a:off x="228600" y="2236650"/>
            <a:ext cx="3551400" cy="6702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with footer">
  <p:cSld name="ONE_COLUMN_TEXT">
    <p:spTree>
      <p:nvGrpSpPr>
        <p:cNvPr id="226" name="Shape 226"/>
        <p:cNvGrpSpPr/>
        <p:nvPr/>
      </p:nvGrpSpPr>
      <p:grpSpPr>
        <a:xfrm>
          <a:off x="0" y="0"/>
          <a:ext cx="0" cy="0"/>
          <a:chOff x="0" y="0"/>
          <a:chExt cx="0" cy="0"/>
        </a:xfrm>
      </p:grpSpPr>
      <p:sp>
        <p:nvSpPr>
          <p:cNvPr id="227" name="Google Shape;227;p37"/>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28" name="Google Shape;228;p37"/>
          <p:cNvSpPr txBox="1"/>
          <p:nvPr>
            <p:ph type="title"/>
          </p:nvPr>
        </p:nvSpPr>
        <p:spPr>
          <a:xfrm>
            <a:off x="228600" y="2236650"/>
            <a:ext cx="3551400" cy="670200"/>
          </a:xfrm>
          <a:prstGeom prst="rect">
            <a:avLst/>
          </a:prstGeom>
        </p:spPr>
        <p:txBody>
          <a:bodyPr anchorCtr="0" anchor="ctr" bIns="91425" lIns="91425" spcFirstLastPara="1" rIns="91425" wrap="square" tIns="91425">
            <a:noAutofit/>
          </a:bodyPr>
          <a:lstStyle>
            <a:lvl1pPr lvl="0">
              <a:spcBef>
                <a:spcPts val="0"/>
              </a:spcBef>
              <a:spcAft>
                <a:spcPts val="0"/>
              </a:spcAft>
              <a:buSzPts val="4500"/>
              <a:buNone/>
              <a:defRPr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p:txBody>
      </p:sp>
      <p:sp>
        <p:nvSpPr>
          <p:cNvPr id="229" name="Google Shape;229;p37"/>
          <p:cNvSpPr txBox="1"/>
          <p:nvPr>
            <p:ph idx="1" type="subTitle"/>
          </p:nvPr>
        </p:nvSpPr>
        <p:spPr>
          <a:xfrm>
            <a:off x="4572000" y="1004700"/>
            <a:ext cx="4343400" cy="31341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230" name="Google Shape;230;p37"/>
          <p:cNvSpPr txBox="1"/>
          <p:nvPr>
            <p:ph idx="2"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cxnSp>
        <p:nvCxnSpPr>
          <p:cNvPr id="231" name="Google Shape;231;p37"/>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title and description">
  <p:cSld name="ONE_COLUMN_TEXT_2">
    <p:spTree>
      <p:nvGrpSpPr>
        <p:cNvPr id="232" name="Shape 232"/>
        <p:cNvGrpSpPr/>
        <p:nvPr/>
      </p:nvGrpSpPr>
      <p:grpSpPr>
        <a:xfrm>
          <a:off x="0" y="0"/>
          <a:ext cx="0" cy="0"/>
          <a:chOff x="0" y="0"/>
          <a:chExt cx="0" cy="0"/>
        </a:xfrm>
      </p:grpSpPr>
      <p:sp>
        <p:nvSpPr>
          <p:cNvPr id="233" name="Google Shape;233;p38"/>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34" name="Google Shape;234;p38"/>
          <p:cNvSpPr txBox="1"/>
          <p:nvPr>
            <p:ph type="title"/>
          </p:nvPr>
        </p:nvSpPr>
        <p:spPr>
          <a:xfrm>
            <a:off x="228600" y="2236650"/>
            <a:ext cx="3551400" cy="670200"/>
          </a:xfrm>
          <a:prstGeom prst="rect">
            <a:avLst/>
          </a:prstGeom>
        </p:spPr>
        <p:txBody>
          <a:bodyPr anchorCtr="0" anchor="ctr" bIns="91425" lIns="91425" spcFirstLastPara="1" rIns="91425" wrap="square" tIns="91425">
            <a:noAutofit/>
          </a:bodyPr>
          <a:lstStyle>
            <a:lvl1pPr lvl="0">
              <a:spcBef>
                <a:spcPts val="0"/>
              </a:spcBef>
              <a:spcAft>
                <a:spcPts val="0"/>
              </a:spcAft>
              <a:buSzPts val="4500"/>
              <a:buNone/>
              <a:defRPr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p:txBody>
      </p:sp>
      <p:sp>
        <p:nvSpPr>
          <p:cNvPr id="235" name="Google Shape;235;p38"/>
          <p:cNvSpPr txBox="1"/>
          <p:nvPr>
            <p:ph idx="1" type="subTitle"/>
          </p:nvPr>
        </p:nvSpPr>
        <p:spPr>
          <a:xfrm>
            <a:off x="4572000" y="1004700"/>
            <a:ext cx="4343400" cy="31341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cxnSp>
        <p:nvCxnSpPr>
          <p:cNvPr id="236" name="Google Shape;236;p38"/>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act">
  <p:cSld name="ONE_COLUMN_TEXT_1">
    <p:spTree>
      <p:nvGrpSpPr>
        <p:cNvPr id="237" name="Shape 237"/>
        <p:cNvGrpSpPr/>
        <p:nvPr/>
      </p:nvGrpSpPr>
      <p:grpSpPr>
        <a:xfrm>
          <a:off x="0" y="0"/>
          <a:ext cx="0" cy="0"/>
          <a:chOff x="0" y="0"/>
          <a:chExt cx="0" cy="0"/>
        </a:xfrm>
      </p:grpSpPr>
      <p:sp>
        <p:nvSpPr>
          <p:cNvPr id="238" name="Google Shape;238;p39"/>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39" name="Google Shape;239;p39"/>
          <p:cNvSpPr txBox="1"/>
          <p:nvPr>
            <p:ph type="title"/>
          </p:nvPr>
        </p:nvSpPr>
        <p:spPr>
          <a:xfrm>
            <a:off x="228600" y="2089772"/>
            <a:ext cx="3551400" cy="670200"/>
          </a:xfrm>
          <a:prstGeom prst="rect">
            <a:avLst/>
          </a:prstGeom>
        </p:spPr>
        <p:txBody>
          <a:bodyPr anchorCtr="0" anchor="ctr" bIns="91425" lIns="91425" spcFirstLastPara="1" rIns="91425" wrap="square" tIns="91425">
            <a:noAutofit/>
          </a:bodyPr>
          <a:lstStyle>
            <a:lvl1pPr lvl="0">
              <a:spcBef>
                <a:spcPts val="0"/>
              </a:spcBef>
              <a:spcAft>
                <a:spcPts val="0"/>
              </a:spcAft>
              <a:buSzPts val="4500"/>
              <a:buNone/>
              <a:defRPr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p:txBody>
      </p:sp>
      <p:sp>
        <p:nvSpPr>
          <p:cNvPr id="240" name="Google Shape;240;p39"/>
          <p:cNvSpPr txBox="1"/>
          <p:nvPr>
            <p:ph idx="1" type="subTitle"/>
          </p:nvPr>
        </p:nvSpPr>
        <p:spPr>
          <a:xfrm>
            <a:off x="6074275" y="1004700"/>
            <a:ext cx="2558700" cy="31341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241" name="Google Shape;241;p39"/>
          <p:cNvSpPr txBox="1"/>
          <p:nvPr>
            <p:ph idx="2" type="subTitle"/>
          </p:nvPr>
        </p:nvSpPr>
        <p:spPr>
          <a:xfrm>
            <a:off x="4292700" y="1004700"/>
            <a:ext cx="1671000" cy="3134100"/>
          </a:xfrm>
          <a:prstGeom prst="rect">
            <a:avLst/>
          </a:prstGeom>
        </p:spPr>
        <p:txBody>
          <a:bodyPr anchorCtr="0" anchor="ctr" bIns="91425" lIns="91425" spcFirstLastPara="1" rIns="91425" wrap="square" tIns="91425">
            <a:noAutofit/>
          </a:bodyPr>
          <a:lstStyle>
            <a:lvl1pPr lvl="0" algn="r">
              <a:spcBef>
                <a:spcPts val="0"/>
              </a:spcBef>
              <a:spcAft>
                <a:spcPts val="0"/>
              </a:spcAft>
              <a:buSzPts val="2000"/>
              <a:buNone/>
              <a:defRPr b="1"/>
            </a:lvl1pPr>
            <a:lvl2pPr lvl="1" algn="r">
              <a:spcBef>
                <a:spcPts val="0"/>
              </a:spcBef>
              <a:spcAft>
                <a:spcPts val="0"/>
              </a:spcAft>
              <a:buSzPts val="2000"/>
              <a:buNone/>
              <a:defRPr b="1"/>
            </a:lvl2pPr>
            <a:lvl3pPr lvl="2" algn="r">
              <a:spcBef>
                <a:spcPts val="0"/>
              </a:spcBef>
              <a:spcAft>
                <a:spcPts val="0"/>
              </a:spcAft>
              <a:buSzPts val="2000"/>
              <a:buNone/>
              <a:defRPr b="1"/>
            </a:lvl3pPr>
            <a:lvl4pPr lvl="3" algn="r">
              <a:spcBef>
                <a:spcPts val="0"/>
              </a:spcBef>
              <a:spcAft>
                <a:spcPts val="0"/>
              </a:spcAft>
              <a:buSzPts val="2000"/>
              <a:buNone/>
              <a:defRPr b="1"/>
            </a:lvl4pPr>
            <a:lvl5pPr lvl="4" algn="r">
              <a:spcBef>
                <a:spcPts val="0"/>
              </a:spcBef>
              <a:spcAft>
                <a:spcPts val="0"/>
              </a:spcAft>
              <a:buSzPts val="2000"/>
              <a:buNone/>
              <a:defRPr b="1"/>
            </a:lvl5pPr>
            <a:lvl6pPr lvl="5" algn="r">
              <a:spcBef>
                <a:spcPts val="0"/>
              </a:spcBef>
              <a:spcAft>
                <a:spcPts val="0"/>
              </a:spcAft>
              <a:buSzPts val="2000"/>
              <a:buNone/>
              <a:defRPr b="1"/>
            </a:lvl6pPr>
            <a:lvl7pPr lvl="6" algn="r">
              <a:spcBef>
                <a:spcPts val="0"/>
              </a:spcBef>
              <a:spcAft>
                <a:spcPts val="0"/>
              </a:spcAft>
              <a:buSzPts val="2000"/>
              <a:buNone/>
              <a:defRPr b="1"/>
            </a:lvl7pPr>
            <a:lvl8pPr lvl="7" algn="r">
              <a:spcBef>
                <a:spcPts val="0"/>
              </a:spcBef>
              <a:spcAft>
                <a:spcPts val="0"/>
              </a:spcAft>
              <a:buSzPts val="2000"/>
              <a:buNone/>
              <a:defRPr b="1"/>
            </a:lvl8pPr>
            <a:lvl9pPr lvl="8" algn="r">
              <a:spcBef>
                <a:spcPts val="0"/>
              </a:spcBef>
              <a:spcAft>
                <a:spcPts val="0"/>
              </a:spcAft>
              <a:buSzPts val="2000"/>
              <a:buNone/>
              <a:defRPr b="1"/>
            </a:lvl9pPr>
          </a:lstStyle>
          <a:p/>
        </p:txBody>
      </p:sp>
      <p:sp>
        <p:nvSpPr>
          <p:cNvPr id="242" name="Google Shape;242;p39"/>
          <p:cNvSpPr txBox="1"/>
          <p:nvPr>
            <p:ph idx="3"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cxnSp>
        <p:nvCxnSpPr>
          <p:cNvPr id="243" name="Google Shape;243;p39"/>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with footer">
  <p:cSld name="CUSTOM_4">
    <p:spTree>
      <p:nvGrpSpPr>
        <p:cNvPr id="244" name="Shape 244"/>
        <p:cNvGrpSpPr/>
        <p:nvPr/>
      </p:nvGrpSpPr>
      <p:grpSpPr>
        <a:xfrm>
          <a:off x="0" y="0"/>
          <a:ext cx="0" cy="0"/>
          <a:chOff x="0" y="0"/>
          <a:chExt cx="0" cy="0"/>
        </a:xfrm>
      </p:grpSpPr>
      <p:sp>
        <p:nvSpPr>
          <p:cNvPr id="245" name="Google Shape;245;p40"/>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46" name="Google Shape;246;p40"/>
          <p:cNvSpPr txBox="1"/>
          <p:nvPr>
            <p:ph type="title"/>
          </p:nvPr>
        </p:nvSpPr>
        <p:spPr>
          <a:xfrm>
            <a:off x="229450" y="332175"/>
            <a:ext cx="8686800" cy="874500"/>
          </a:xfrm>
          <a:prstGeom prst="rect">
            <a:avLst/>
          </a:prstGeom>
        </p:spPr>
        <p:txBody>
          <a:bodyPr anchorCtr="0" anchor="ctr" bIns="91425" lIns="91425" spcFirstLastPara="1" rIns="91425" wrap="square" tIns="91425">
            <a:noAutofit/>
          </a:bodyPr>
          <a:lstStyle>
            <a:lvl1pPr lvl="0">
              <a:spcBef>
                <a:spcPts val="0"/>
              </a:spcBef>
              <a:spcAft>
                <a:spcPts val="0"/>
              </a:spcAft>
              <a:buSzPts val="4500"/>
              <a:buNone/>
              <a:defRPr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p:txBody>
      </p:sp>
      <p:sp>
        <p:nvSpPr>
          <p:cNvPr id="247" name="Google Shape;247;p40"/>
          <p:cNvSpPr txBox="1"/>
          <p:nvPr>
            <p:ph idx="1" type="body"/>
          </p:nvPr>
        </p:nvSpPr>
        <p:spPr>
          <a:xfrm>
            <a:off x="229450" y="1294950"/>
            <a:ext cx="3566100" cy="28722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248" name="Google Shape;248;p40"/>
          <p:cNvSpPr txBox="1"/>
          <p:nvPr>
            <p:ph idx="2" type="body"/>
          </p:nvPr>
        </p:nvSpPr>
        <p:spPr>
          <a:xfrm>
            <a:off x="4572850" y="1294950"/>
            <a:ext cx="3566100" cy="28722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249" name="Google Shape;249;p40"/>
          <p:cNvSpPr txBox="1"/>
          <p:nvPr>
            <p:ph idx="3"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cxnSp>
        <p:nvCxnSpPr>
          <p:cNvPr id="250" name="Google Shape;250;p40"/>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CUSTOM_4_1">
    <p:spTree>
      <p:nvGrpSpPr>
        <p:cNvPr id="251" name="Shape 251"/>
        <p:cNvGrpSpPr/>
        <p:nvPr/>
      </p:nvGrpSpPr>
      <p:grpSpPr>
        <a:xfrm>
          <a:off x="0" y="0"/>
          <a:ext cx="0" cy="0"/>
          <a:chOff x="0" y="0"/>
          <a:chExt cx="0" cy="0"/>
        </a:xfrm>
      </p:grpSpPr>
      <p:sp>
        <p:nvSpPr>
          <p:cNvPr id="252" name="Google Shape;252;p41"/>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53" name="Google Shape;253;p41"/>
          <p:cNvSpPr txBox="1"/>
          <p:nvPr>
            <p:ph type="title"/>
          </p:nvPr>
        </p:nvSpPr>
        <p:spPr>
          <a:xfrm>
            <a:off x="229450" y="332175"/>
            <a:ext cx="8686800" cy="874500"/>
          </a:xfrm>
          <a:prstGeom prst="rect">
            <a:avLst/>
          </a:prstGeom>
        </p:spPr>
        <p:txBody>
          <a:bodyPr anchorCtr="0" anchor="ctr" bIns="91425" lIns="91425" spcFirstLastPara="1" rIns="91425" wrap="square" tIns="91425">
            <a:noAutofit/>
          </a:bodyPr>
          <a:lstStyle>
            <a:lvl1pPr lvl="0">
              <a:spcBef>
                <a:spcPts val="0"/>
              </a:spcBef>
              <a:spcAft>
                <a:spcPts val="0"/>
              </a:spcAft>
              <a:buSzPts val="4500"/>
              <a:buNone/>
              <a:defRPr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p:txBody>
      </p:sp>
      <p:sp>
        <p:nvSpPr>
          <p:cNvPr id="254" name="Google Shape;254;p41"/>
          <p:cNvSpPr txBox="1"/>
          <p:nvPr>
            <p:ph idx="1" type="body"/>
          </p:nvPr>
        </p:nvSpPr>
        <p:spPr>
          <a:xfrm>
            <a:off x="229450" y="1294950"/>
            <a:ext cx="3566100" cy="28722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255" name="Google Shape;255;p41"/>
          <p:cNvSpPr txBox="1"/>
          <p:nvPr>
            <p:ph idx="2" type="body"/>
          </p:nvPr>
        </p:nvSpPr>
        <p:spPr>
          <a:xfrm>
            <a:off x="4572850" y="1294950"/>
            <a:ext cx="3566100" cy="28722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cxnSp>
        <p:nvCxnSpPr>
          <p:cNvPr id="256" name="Google Shape;256;p41"/>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image boards">
  <p:cSld name="CUSTOM_1">
    <p:spTree>
      <p:nvGrpSpPr>
        <p:cNvPr id="257" name="Shape 257"/>
        <p:cNvGrpSpPr/>
        <p:nvPr/>
      </p:nvGrpSpPr>
      <p:grpSpPr>
        <a:xfrm>
          <a:off x="0" y="0"/>
          <a:ext cx="0" cy="0"/>
          <a:chOff x="0" y="0"/>
          <a:chExt cx="0" cy="0"/>
        </a:xfrm>
      </p:grpSpPr>
      <p:sp>
        <p:nvSpPr>
          <p:cNvPr id="258" name="Google Shape;258;p42"/>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59" name="Google Shape;259;p42"/>
          <p:cNvSpPr txBox="1"/>
          <p:nvPr>
            <p:ph idx="1" type="subTitle"/>
          </p:nvPr>
        </p:nvSpPr>
        <p:spPr>
          <a:xfrm>
            <a:off x="228600" y="164350"/>
            <a:ext cx="3514200" cy="429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260" name="Google Shape;260;p42"/>
          <p:cNvSpPr/>
          <p:nvPr>
            <p:ph idx="2" type="pic"/>
          </p:nvPr>
        </p:nvSpPr>
        <p:spPr>
          <a:xfrm>
            <a:off x="228600" y="1870200"/>
            <a:ext cx="2024400" cy="2314200"/>
          </a:xfrm>
          <a:prstGeom prst="rect">
            <a:avLst/>
          </a:prstGeom>
          <a:noFill/>
          <a:ln>
            <a:noFill/>
          </a:ln>
        </p:spPr>
      </p:sp>
      <p:sp>
        <p:nvSpPr>
          <p:cNvPr id="261" name="Google Shape;261;p42"/>
          <p:cNvSpPr/>
          <p:nvPr>
            <p:ph idx="3" type="pic"/>
          </p:nvPr>
        </p:nvSpPr>
        <p:spPr>
          <a:xfrm>
            <a:off x="3864875" y="1870200"/>
            <a:ext cx="3561900" cy="2314200"/>
          </a:xfrm>
          <a:prstGeom prst="rect">
            <a:avLst/>
          </a:prstGeom>
          <a:noFill/>
          <a:ln>
            <a:noFill/>
          </a:ln>
        </p:spPr>
      </p:sp>
      <p:sp>
        <p:nvSpPr>
          <p:cNvPr id="262" name="Google Shape;262;p42"/>
          <p:cNvSpPr/>
          <p:nvPr>
            <p:ph idx="4" type="pic"/>
          </p:nvPr>
        </p:nvSpPr>
        <p:spPr>
          <a:xfrm>
            <a:off x="7547700" y="1870200"/>
            <a:ext cx="1367700" cy="2314200"/>
          </a:xfrm>
          <a:prstGeom prst="rect">
            <a:avLst/>
          </a:prstGeom>
          <a:noFill/>
          <a:ln>
            <a:noFill/>
          </a:ln>
        </p:spPr>
      </p:sp>
      <p:sp>
        <p:nvSpPr>
          <p:cNvPr id="263" name="Google Shape;263;p42"/>
          <p:cNvSpPr/>
          <p:nvPr>
            <p:ph idx="5" type="pic"/>
          </p:nvPr>
        </p:nvSpPr>
        <p:spPr>
          <a:xfrm>
            <a:off x="2375088" y="1870200"/>
            <a:ext cx="1367700" cy="2314200"/>
          </a:xfrm>
          <a:prstGeom prst="rect">
            <a:avLst/>
          </a:prstGeom>
          <a:noFill/>
          <a:ln>
            <a:noFill/>
          </a:ln>
        </p:spPr>
      </p:sp>
      <p:sp>
        <p:nvSpPr>
          <p:cNvPr id="264" name="Google Shape;264;p42"/>
          <p:cNvSpPr txBox="1"/>
          <p:nvPr>
            <p:ph idx="6"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265" name="Google Shape;265;p42"/>
          <p:cNvSpPr txBox="1"/>
          <p:nvPr>
            <p:ph idx="7" type="body"/>
          </p:nvPr>
        </p:nvSpPr>
        <p:spPr>
          <a:xfrm>
            <a:off x="228600" y="593650"/>
            <a:ext cx="3514200" cy="8928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cxnSp>
        <p:nvCxnSpPr>
          <p:cNvPr id="266" name="Google Shape;266;p42"/>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image boards">
  <p:cSld name="CUSTOM_1_1">
    <p:spTree>
      <p:nvGrpSpPr>
        <p:cNvPr id="267" name="Shape 267"/>
        <p:cNvGrpSpPr/>
        <p:nvPr/>
      </p:nvGrpSpPr>
      <p:grpSpPr>
        <a:xfrm>
          <a:off x="0" y="0"/>
          <a:ext cx="0" cy="0"/>
          <a:chOff x="0" y="0"/>
          <a:chExt cx="0" cy="0"/>
        </a:xfrm>
      </p:grpSpPr>
      <p:sp>
        <p:nvSpPr>
          <p:cNvPr id="268" name="Google Shape;268;p43"/>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69" name="Google Shape;269;p43"/>
          <p:cNvSpPr txBox="1"/>
          <p:nvPr>
            <p:ph idx="1" type="subTitle"/>
          </p:nvPr>
        </p:nvSpPr>
        <p:spPr>
          <a:xfrm>
            <a:off x="228600" y="164350"/>
            <a:ext cx="3514200" cy="429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270" name="Google Shape;270;p43"/>
          <p:cNvSpPr/>
          <p:nvPr>
            <p:ph idx="2" type="pic"/>
          </p:nvPr>
        </p:nvSpPr>
        <p:spPr>
          <a:xfrm>
            <a:off x="228600" y="1617150"/>
            <a:ext cx="2820300" cy="2820300"/>
          </a:xfrm>
          <a:prstGeom prst="rect">
            <a:avLst/>
          </a:prstGeom>
          <a:noFill/>
          <a:ln>
            <a:noFill/>
          </a:ln>
        </p:spPr>
      </p:sp>
      <p:sp>
        <p:nvSpPr>
          <p:cNvPr id="271" name="Google Shape;271;p43"/>
          <p:cNvSpPr/>
          <p:nvPr>
            <p:ph idx="3" type="pic"/>
          </p:nvPr>
        </p:nvSpPr>
        <p:spPr>
          <a:xfrm>
            <a:off x="3161800" y="1617150"/>
            <a:ext cx="2820300" cy="2820300"/>
          </a:xfrm>
          <a:prstGeom prst="rect">
            <a:avLst/>
          </a:prstGeom>
          <a:noFill/>
          <a:ln>
            <a:noFill/>
          </a:ln>
        </p:spPr>
      </p:sp>
      <p:sp>
        <p:nvSpPr>
          <p:cNvPr id="272" name="Google Shape;272;p43"/>
          <p:cNvSpPr/>
          <p:nvPr>
            <p:ph idx="4" type="pic"/>
          </p:nvPr>
        </p:nvSpPr>
        <p:spPr>
          <a:xfrm>
            <a:off x="6095000" y="1617150"/>
            <a:ext cx="2820300" cy="2820300"/>
          </a:xfrm>
          <a:prstGeom prst="rect">
            <a:avLst/>
          </a:prstGeom>
          <a:noFill/>
          <a:ln>
            <a:noFill/>
          </a:ln>
        </p:spPr>
      </p:sp>
      <p:sp>
        <p:nvSpPr>
          <p:cNvPr id="273" name="Google Shape;273;p43"/>
          <p:cNvSpPr txBox="1"/>
          <p:nvPr>
            <p:ph idx="5"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274" name="Google Shape;274;p43"/>
          <p:cNvSpPr txBox="1"/>
          <p:nvPr>
            <p:ph idx="6" type="body"/>
          </p:nvPr>
        </p:nvSpPr>
        <p:spPr>
          <a:xfrm>
            <a:off x="228600" y="593650"/>
            <a:ext cx="3514200" cy="8928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cxnSp>
        <p:nvCxnSpPr>
          <p:cNvPr id="275" name="Google Shape;275;p43"/>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image boards">
  <p:cSld name="CUSTOM_1_1_1">
    <p:spTree>
      <p:nvGrpSpPr>
        <p:cNvPr id="276" name="Shape 276"/>
        <p:cNvGrpSpPr/>
        <p:nvPr/>
      </p:nvGrpSpPr>
      <p:grpSpPr>
        <a:xfrm>
          <a:off x="0" y="0"/>
          <a:ext cx="0" cy="0"/>
          <a:chOff x="0" y="0"/>
          <a:chExt cx="0" cy="0"/>
        </a:xfrm>
      </p:grpSpPr>
      <p:sp>
        <p:nvSpPr>
          <p:cNvPr id="277" name="Google Shape;277;p44"/>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78" name="Google Shape;278;p44"/>
          <p:cNvSpPr txBox="1"/>
          <p:nvPr>
            <p:ph idx="1" type="subTitle"/>
          </p:nvPr>
        </p:nvSpPr>
        <p:spPr>
          <a:xfrm>
            <a:off x="228600" y="164350"/>
            <a:ext cx="3514200" cy="429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279" name="Google Shape;279;p44"/>
          <p:cNvSpPr/>
          <p:nvPr>
            <p:ph idx="2" type="pic"/>
          </p:nvPr>
        </p:nvSpPr>
        <p:spPr>
          <a:xfrm>
            <a:off x="4633050" y="1617150"/>
            <a:ext cx="4282500" cy="2820300"/>
          </a:xfrm>
          <a:prstGeom prst="rect">
            <a:avLst/>
          </a:prstGeom>
          <a:noFill/>
          <a:ln>
            <a:noFill/>
          </a:ln>
        </p:spPr>
      </p:sp>
      <p:sp>
        <p:nvSpPr>
          <p:cNvPr id="280" name="Google Shape;280;p44"/>
          <p:cNvSpPr/>
          <p:nvPr>
            <p:ph idx="3" type="pic"/>
          </p:nvPr>
        </p:nvSpPr>
        <p:spPr>
          <a:xfrm>
            <a:off x="228600" y="1617150"/>
            <a:ext cx="4282500" cy="2820300"/>
          </a:xfrm>
          <a:prstGeom prst="rect">
            <a:avLst/>
          </a:prstGeom>
          <a:noFill/>
          <a:ln>
            <a:noFill/>
          </a:ln>
        </p:spPr>
      </p:sp>
      <p:sp>
        <p:nvSpPr>
          <p:cNvPr id="281" name="Google Shape;281;p44"/>
          <p:cNvSpPr txBox="1"/>
          <p:nvPr>
            <p:ph idx="4"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282" name="Google Shape;282;p44"/>
          <p:cNvSpPr txBox="1"/>
          <p:nvPr>
            <p:ph idx="5" type="body"/>
          </p:nvPr>
        </p:nvSpPr>
        <p:spPr>
          <a:xfrm>
            <a:off x="228600" y="593650"/>
            <a:ext cx="3514200" cy="8928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cxnSp>
        <p:nvCxnSpPr>
          <p:cNvPr id="283" name="Google Shape;283;p44"/>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image boards vertical">
  <p:cSld name="CUSTOM_1_1_1_1">
    <p:spTree>
      <p:nvGrpSpPr>
        <p:cNvPr id="284" name="Shape 284"/>
        <p:cNvGrpSpPr/>
        <p:nvPr/>
      </p:nvGrpSpPr>
      <p:grpSpPr>
        <a:xfrm>
          <a:off x="0" y="0"/>
          <a:ext cx="0" cy="0"/>
          <a:chOff x="0" y="0"/>
          <a:chExt cx="0" cy="0"/>
        </a:xfrm>
      </p:grpSpPr>
      <p:sp>
        <p:nvSpPr>
          <p:cNvPr id="285" name="Google Shape;285;p45"/>
          <p:cNvSpPr/>
          <p:nvPr>
            <p:ph idx="2" type="pic"/>
          </p:nvPr>
        </p:nvSpPr>
        <p:spPr>
          <a:xfrm>
            <a:off x="3161800" y="164350"/>
            <a:ext cx="2820300" cy="4304700"/>
          </a:xfrm>
          <a:prstGeom prst="rect">
            <a:avLst/>
          </a:prstGeom>
          <a:noFill/>
          <a:ln>
            <a:noFill/>
          </a:ln>
        </p:spPr>
      </p:sp>
      <p:sp>
        <p:nvSpPr>
          <p:cNvPr id="286" name="Google Shape;286;p45"/>
          <p:cNvSpPr/>
          <p:nvPr>
            <p:ph idx="3" type="pic"/>
          </p:nvPr>
        </p:nvSpPr>
        <p:spPr>
          <a:xfrm>
            <a:off x="6095100" y="164350"/>
            <a:ext cx="2820300" cy="4304700"/>
          </a:xfrm>
          <a:prstGeom prst="rect">
            <a:avLst/>
          </a:prstGeom>
          <a:noFill/>
          <a:ln>
            <a:noFill/>
          </a:ln>
        </p:spPr>
      </p:sp>
      <p:sp>
        <p:nvSpPr>
          <p:cNvPr id="287" name="Google Shape;287;p45"/>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88" name="Google Shape;288;p45"/>
          <p:cNvSpPr txBox="1"/>
          <p:nvPr>
            <p:ph idx="1" type="subTitle"/>
          </p:nvPr>
        </p:nvSpPr>
        <p:spPr>
          <a:xfrm>
            <a:off x="228600" y="164350"/>
            <a:ext cx="2820300" cy="429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289" name="Google Shape;289;p45"/>
          <p:cNvSpPr txBox="1"/>
          <p:nvPr>
            <p:ph idx="4"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290" name="Google Shape;290;p45"/>
          <p:cNvSpPr txBox="1"/>
          <p:nvPr>
            <p:ph idx="5" type="body"/>
          </p:nvPr>
        </p:nvSpPr>
        <p:spPr>
          <a:xfrm>
            <a:off x="228600" y="593650"/>
            <a:ext cx="2171400" cy="8928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cxnSp>
        <p:nvCxnSpPr>
          <p:cNvPr id="291" name="Google Shape;291;p45"/>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292" name="Shape 292"/>
        <p:cNvGrpSpPr/>
        <p:nvPr/>
      </p:nvGrpSpPr>
      <p:grpSpPr>
        <a:xfrm>
          <a:off x="0" y="0"/>
          <a:ext cx="0" cy="0"/>
          <a:chOff x="0" y="0"/>
          <a:chExt cx="0" cy="0"/>
        </a:xfrm>
      </p:grpSpPr>
      <p:sp>
        <p:nvSpPr>
          <p:cNvPr id="293" name="Google Shape;293;p46"/>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294" name="Google Shape;294;p4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square image board">
  <p:cSld name="CUSTOM_1_1_1_1_1">
    <p:spTree>
      <p:nvGrpSpPr>
        <p:cNvPr id="295" name="Shape 295"/>
        <p:cNvGrpSpPr/>
        <p:nvPr/>
      </p:nvGrpSpPr>
      <p:grpSpPr>
        <a:xfrm>
          <a:off x="0" y="0"/>
          <a:ext cx="0" cy="0"/>
          <a:chOff x="0" y="0"/>
          <a:chExt cx="0" cy="0"/>
        </a:xfrm>
      </p:grpSpPr>
      <p:sp>
        <p:nvSpPr>
          <p:cNvPr id="296" name="Google Shape;296;p47"/>
          <p:cNvSpPr/>
          <p:nvPr>
            <p:ph idx="2" type="pic"/>
          </p:nvPr>
        </p:nvSpPr>
        <p:spPr>
          <a:xfrm>
            <a:off x="4569950" y="164350"/>
            <a:ext cx="4343100" cy="4304700"/>
          </a:xfrm>
          <a:prstGeom prst="rect">
            <a:avLst/>
          </a:prstGeom>
          <a:noFill/>
          <a:ln>
            <a:noFill/>
          </a:ln>
        </p:spPr>
      </p:sp>
      <p:sp>
        <p:nvSpPr>
          <p:cNvPr id="297" name="Google Shape;297;p47"/>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98" name="Google Shape;298;p47"/>
          <p:cNvSpPr txBox="1"/>
          <p:nvPr>
            <p:ph idx="1" type="subTitle"/>
          </p:nvPr>
        </p:nvSpPr>
        <p:spPr>
          <a:xfrm>
            <a:off x="228600" y="164350"/>
            <a:ext cx="2820300" cy="429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299" name="Google Shape;299;p47"/>
          <p:cNvSpPr txBox="1"/>
          <p:nvPr>
            <p:ph idx="3"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300" name="Google Shape;300;p47"/>
          <p:cNvSpPr txBox="1"/>
          <p:nvPr>
            <p:ph idx="4" type="body"/>
          </p:nvPr>
        </p:nvSpPr>
        <p:spPr>
          <a:xfrm>
            <a:off x="228600" y="593650"/>
            <a:ext cx="2171400" cy="8928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cxnSp>
        <p:nvCxnSpPr>
          <p:cNvPr id="301" name="Google Shape;301;p47"/>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landscape image board">
  <p:cSld name="CUSTOM_1_1_1_1_1_1">
    <p:spTree>
      <p:nvGrpSpPr>
        <p:cNvPr id="302" name="Shape 302"/>
        <p:cNvGrpSpPr/>
        <p:nvPr/>
      </p:nvGrpSpPr>
      <p:grpSpPr>
        <a:xfrm>
          <a:off x="0" y="0"/>
          <a:ext cx="0" cy="0"/>
          <a:chOff x="0" y="0"/>
          <a:chExt cx="0" cy="0"/>
        </a:xfrm>
      </p:grpSpPr>
      <p:sp>
        <p:nvSpPr>
          <p:cNvPr id="303" name="Google Shape;303;p48"/>
          <p:cNvSpPr/>
          <p:nvPr>
            <p:ph idx="2" type="pic"/>
          </p:nvPr>
        </p:nvSpPr>
        <p:spPr>
          <a:xfrm>
            <a:off x="3161800" y="164350"/>
            <a:ext cx="5751300" cy="4304700"/>
          </a:xfrm>
          <a:prstGeom prst="rect">
            <a:avLst/>
          </a:prstGeom>
          <a:noFill/>
          <a:ln>
            <a:noFill/>
          </a:ln>
        </p:spPr>
      </p:sp>
      <p:sp>
        <p:nvSpPr>
          <p:cNvPr id="304" name="Google Shape;304;p48"/>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05" name="Google Shape;305;p48"/>
          <p:cNvSpPr txBox="1"/>
          <p:nvPr>
            <p:ph idx="1" type="subTitle"/>
          </p:nvPr>
        </p:nvSpPr>
        <p:spPr>
          <a:xfrm>
            <a:off x="228600" y="3290275"/>
            <a:ext cx="2820300" cy="429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306" name="Google Shape;306;p48"/>
          <p:cNvSpPr txBox="1"/>
          <p:nvPr>
            <p:ph idx="3"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307" name="Google Shape;307;p48"/>
          <p:cNvSpPr txBox="1"/>
          <p:nvPr>
            <p:ph idx="4" type="body"/>
          </p:nvPr>
        </p:nvSpPr>
        <p:spPr>
          <a:xfrm>
            <a:off x="228600" y="3719575"/>
            <a:ext cx="2171400" cy="7494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cxnSp>
        <p:nvCxnSpPr>
          <p:cNvPr id="308" name="Google Shape;308;p48"/>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body and image">
  <p:cSld name="CUSTOM_1_1_1_1_1_1_2">
    <p:spTree>
      <p:nvGrpSpPr>
        <p:cNvPr id="309" name="Shape 309"/>
        <p:cNvGrpSpPr/>
        <p:nvPr/>
      </p:nvGrpSpPr>
      <p:grpSpPr>
        <a:xfrm>
          <a:off x="0" y="0"/>
          <a:ext cx="0" cy="0"/>
          <a:chOff x="0" y="0"/>
          <a:chExt cx="0" cy="0"/>
        </a:xfrm>
      </p:grpSpPr>
      <p:sp>
        <p:nvSpPr>
          <p:cNvPr id="310" name="Google Shape;310;p49"/>
          <p:cNvSpPr/>
          <p:nvPr>
            <p:ph idx="2" type="pic"/>
          </p:nvPr>
        </p:nvSpPr>
        <p:spPr>
          <a:xfrm>
            <a:off x="3161800" y="164350"/>
            <a:ext cx="5751300" cy="4304700"/>
          </a:xfrm>
          <a:prstGeom prst="rect">
            <a:avLst/>
          </a:prstGeom>
          <a:noFill/>
          <a:ln>
            <a:noFill/>
          </a:ln>
        </p:spPr>
      </p:sp>
      <p:sp>
        <p:nvSpPr>
          <p:cNvPr id="311" name="Google Shape;311;p49"/>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12" name="Google Shape;312;p49"/>
          <p:cNvSpPr txBox="1"/>
          <p:nvPr>
            <p:ph idx="1"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313" name="Google Shape;313;p49"/>
          <p:cNvSpPr txBox="1"/>
          <p:nvPr>
            <p:ph idx="3" type="body"/>
          </p:nvPr>
        </p:nvSpPr>
        <p:spPr>
          <a:xfrm>
            <a:off x="228600" y="3719575"/>
            <a:ext cx="2171400" cy="7494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cxnSp>
        <p:nvCxnSpPr>
          <p:cNvPr id="314" name="Google Shape;314;p49"/>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
        <p:nvSpPr>
          <p:cNvPr id="315" name="Google Shape;315;p49"/>
          <p:cNvSpPr txBox="1"/>
          <p:nvPr>
            <p:ph type="title"/>
          </p:nvPr>
        </p:nvSpPr>
        <p:spPr>
          <a:xfrm>
            <a:off x="228600" y="164350"/>
            <a:ext cx="2670300" cy="28731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_1">
    <p:spTree>
      <p:nvGrpSpPr>
        <p:cNvPr id="316" name="Shape 316"/>
        <p:cNvGrpSpPr/>
        <p:nvPr/>
      </p:nvGrpSpPr>
      <p:grpSpPr>
        <a:xfrm>
          <a:off x="0" y="0"/>
          <a:ext cx="0" cy="0"/>
          <a:chOff x="0" y="0"/>
          <a:chExt cx="0" cy="0"/>
        </a:xfrm>
      </p:grpSpPr>
      <p:sp>
        <p:nvSpPr>
          <p:cNvPr id="317" name="Google Shape;317;p50"/>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8" name="Google Shape;318;p50"/>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9" name="Google Shape;319;p5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320" name="Shape 320"/>
        <p:cNvGrpSpPr/>
        <p:nvPr/>
      </p:nvGrpSpPr>
      <p:grpSpPr>
        <a:xfrm>
          <a:off x="0" y="0"/>
          <a:ext cx="0" cy="0"/>
          <a:chOff x="0" y="0"/>
          <a:chExt cx="0" cy="0"/>
        </a:xfrm>
      </p:grpSpPr>
      <p:sp>
        <p:nvSpPr>
          <p:cNvPr id="321" name="Google Shape;321;p51"/>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51"/>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23" name="Google Shape;323;p51"/>
          <p:cNvSpPr txBox="1"/>
          <p:nvPr>
            <p:ph idx="1" type="subTitle"/>
          </p:nvPr>
        </p:nvSpPr>
        <p:spPr>
          <a:xfrm>
            <a:off x="265500" y="2803075"/>
            <a:ext cx="4045200" cy="1235100"/>
          </a:xfrm>
          <a:prstGeom prst="rect">
            <a:avLst/>
          </a:prstGeom>
        </p:spPr>
        <p:txBody>
          <a:bodyPr anchorCtr="0" anchor="ctr"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24" name="Google Shape;324;p51"/>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285750" lvl="0" marL="457200">
              <a:spcBef>
                <a:spcPts val="0"/>
              </a:spcBef>
              <a:spcAft>
                <a:spcPts val="0"/>
              </a:spcAft>
              <a:buClr>
                <a:schemeClr val="lt1"/>
              </a:buClr>
              <a:buSzPts val="900"/>
              <a:buChar char="●"/>
              <a:defRPr>
                <a:solidFill>
                  <a:schemeClr val="lt1"/>
                </a:solidFill>
              </a:defRPr>
            </a:lvl1pPr>
            <a:lvl2pPr indent="-285750" lvl="1" marL="914400">
              <a:spcBef>
                <a:spcPts val="0"/>
              </a:spcBef>
              <a:spcAft>
                <a:spcPts val="0"/>
              </a:spcAft>
              <a:buClr>
                <a:schemeClr val="lt1"/>
              </a:buClr>
              <a:buSzPts val="900"/>
              <a:buChar char="○"/>
              <a:defRPr>
                <a:solidFill>
                  <a:schemeClr val="lt1"/>
                </a:solidFill>
              </a:defRPr>
            </a:lvl2pPr>
            <a:lvl3pPr indent="-285750" lvl="2" marL="1371600">
              <a:spcBef>
                <a:spcPts val="0"/>
              </a:spcBef>
              <a:spcAft>
                <a:spcPts val="0"/>
              </a:spcAft>
              <a:buClr>
                <a:schemeClr val="lt1"/>
              </a:buClr>
              <a:buSzPts val="900"/>
              <a:buChar char="■"/>
              <a:defRPr>
                <a:solidFill>
                  <a:schemeClr val="lt1"/>
                </a:solidFill>
              </a:defRPr>
            </a:lvl3pPr>
            <a:lvl4pPr indent="-285750" lvl="3" marL="1828800">
              <a:spcBef>
                <a:spcPts val="0"/>
              </a:spcBef>
              <a:spcAft>
                <a:spcPts val="0"/>
              </a:spcAft>
              <a:buClr>
                <a:schemeClr val="lt1"/>
              </a:buClr>
              <a:buSzPts val="900"/>
              <a:buChar char="●"/>
              <a:defRPr>
                <a:solidFill>
                  <a:schemeClr val="lt1"/>
                </a:solidFill>
              </a:defRPr>
            </a:lvl4pPr>
            <a:lvl5pPr indent="-285750" lvl="4" marL="2286000">
              <a:spcBef>
                <a:spcPts val="0"/>
              </a:spcBef>
              <a:spcAft>
                <a:spcPts val="0"/>
              </a:spcAft>
              <a:buClr>
                <a:schemeClr val="lt1"/>
              </a:buClr>
              <a:buSzPts val="900"/>
              <a:buChar char="○"/>
              <a:defRPr>
                <a:solidFill>
                  <a:schemeClr val="lt1"/>
                </a:solidFill>
              </a:defRPr>
            </a:lvl5pPr>
            <a:lvl6pPr indent="-285750" lvl="5" marL="2743200">
              <a:spcBef>
                <a:spcPts val="0"/>
              </a:spcBef>
              <a:spcAft>
                <a:spcPts val="0"/>
              </a:spcAft>
              <a:buClr>
                <a:schemeClr val="lt1"/>
              </a:buClr>
              <a:buSzPts val="900"/>
              <a:buChar char="■"/>
              <a:defRPr>
                <a:solidFill>
                  <a:schemeClr val="lt1"/>
                </a:solidFill>
              </a:defRPr>
            </a:lvl6pPr>
            <a:lvl7pPr indent="-285750" lvl="6" marL="3200400">
              <a:spcBef>
                <a:spcPts val="0"/>
              </a:spcBef>
              <a:spcAft>
                <a:spcPts val="0"/>
              </a:spcAft>
              <a:buClr>
                <a:schemeClr val="lt1"/>
              </a:buClr>
              <a:buSzPts val="900"/>
              <a:buChar char="●"/>
              <a:defRPr>
                <a:solidFill>
                  <a:schemeClr val="lt1"/>
                </a:solidFill>
              </a:defRPr>
            </a:lvl7pPr>
            <a:lvl8pPr indent="-285750" lvl="7" marL="3657600">
              <a:spcBef>
                <a:spcPts val="0"/>
              </a:spcBef>
              <a:spcAft>
                <a:spcPts val="0"/>
              </a:spcAft>
              <a:buClr>
                <a:schemeClr val="lt1"/>
              </a:buClr>
              <a:buSzPts val="900"/>
              <a:buChar char="○"/>
              <a:defRPr>
                <a:solidFill>
                  <a:schemeClr val="lt1"/>
                </a:solidFill>
              </a:defRPr>
            </a:lvl8pPr>
            <a:lvl9pPr indent="-285750" lvl="8" marL="4114800">
              <a:spcBef>
                <a:spcPts val="0"/>
              </a:spcBef>
              <a:spcAft>
                <a:spcPts val="0"/>
              </a:spcAft>
              <a:buClr>
                <a:schemeClr val="lt1"/>
              </a:buClr>
              <a:buSzPts val="900"/>
              <a:buChar char="■"/>
              <a:defRPr>
                <a:solidFill>
                  <a:schemeClr val="lt1"/>
                </a:solidFill>
              </a:defRPr>
            </a:lvl9pPr>
          </a:lstStyle>
          <a:p/>
        </p:txBody>
      </p:sp>
      <p:sp>
        <p:nvSpPr>
          <p:cNvPr id="325" name="Google Shape;325;p5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_2">
    <p:spTree>
      <p:nvGrpSpPr>
        <p:cNvPr id="326" name="Shape 326"/>
        <p:cNvGrpSpPr/>
        <p:nvPr/>
      </p:nvGrpSpPr>
      <p:grpSpPr>
        <a:xfrm>
          <a:off x="0" y="0"/>
          <a:ext cx="0" cy="0"/>
          <a:chOff x="0" y="0"/>
          <a:chExt cx="0" cy="0"/>
        </a:xfrm>
      </p:grpSpPr>
      <p:sp>
        <p:nvSpPr>
          <p:cNvPr id="327" name="Google Shape;327;p5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28" name="Google Shape;328;p52"/>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329" name="Google Shape;329;p52"/>
          <p:cNvSpPr/>
          <p:nvPr>
            <p:ph idx="2" type="pic"/>
          </p:nvPr>
        </p:nvSpPr>
        <p:spPr>
          <a:xfrm>
            <a:off x="4992024" y="1152775"/>
            <a:ext cx="3840300" cy="3416400"/>
          </a:xfrm>
          <a:prstGeom prst="rect">
            <a:avLst/>
          </a:prstGeom>
          <a:noFill/>
          <a:ln>
            <a:noFill/>
          </a:ln>
        </p:spPr>
      </p:sp>
      <p:sp>
        <p:nvSpPr>
          <p:cNvPr id="330" name="Google Shape;330;p5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11">
    <p:spTree>
      <p:nvGrpSpPr>
        <p:cNvPr id="331" name="Shape 331"/>
        <p:cNvGrpSpPr/>
        <p:nvPr/>
      </p:nvGrpSpPr>
      <p:grpSpPr>
        <a:xfrm>
          <a:off x="0" y="0"/>
          <a:ext cx="0" cy="0"/>
          <a:chOff x="0" y="0"/>
          <a:chExt cx="0" cy="0"/>
        </a:xfrm>
      </p:grpSpPr>
      <p:sp>
        <p:nvSpPr>
          <p:cNvPr id="332" name="Google Shape;332;p53"/>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33" name="Google Shape;333;p53"/>
          <p:cNvSpPr/>
          <p:nvPr>
            <p:ph idx="2" type="pic"/>
          </p:nvPr>
        </p:nvSpPr>
        <p:spPr>
          <a:xfrm>
            <a:off x="4633050" y="1196050"/>
            <a:ext cx="4282500" cy="1761000"/>
          </a:xfrm>
          <a:prstGeom prst="rect">
            <a:avLst/>
          </a:prstGeom>
          <a:noFill/>
          <a:ln>
            <a:noFill/>
          </a:ln>
        </p:spPr>
      </p:sp>
      <p:sp>
        <p:nvSpPr>
          <p:cNvPr id="334" name="Google Shape;334;p53"/>
          <p:cNvSpPr/>
          <p:nvPr>
            <p:ph idx="3" type="pic"/>
          </p:nvPr>
        </p:nvSpPr>
        <p:spPr>
          <a:xfrm>
            <a:off x="228600" y="1196050"/>
            <a:ext cx="4282500" cy="1761000"/>
          </a:xfrm>
          <a:prstGeom prst="rect">
            <a:avLst/>
          </a:prstGeom>
          <a:noFill/>
          <a:ln>
            <a:noFill/>
          </a:ln>
        </p:spPr>
      </p:sp>
      <p:cxnSp>
        <p:nvCxnSpPr>
          <p:cNvPr id="335" name="Google Shape;335;p53"/>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
        <p:nvSpPr>
          <p:cNvPr id="336" name="Google Shape;336;p53"/>
          <p:cNvSpPr txBox="1"/>
          <p:nvPr>
            <p:ph type="title"/>
          </p:nvPr>
        </p:nvSpPr>
        <p:spPr>
          <a:xfrm>
            <a:off x="229450" y="164350"/>
            <a:ext cx="8686800" cy="8745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37" name="Google Shape;337;p53"/>
          <p:cNvSpPr txBox="1"/>
          <p:nvPr>
            <p:ph idx="1" type="body"/>
          </p:nvPr>
        </p:nvSpPr>
        <p:spPr>
          <a:xfrm>
            <a:off x="229450" y="3455950"/>
            <a:ext cx="4061100" cy="10542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338" name="Google Shape;338;p53"/>
          <p:cNvSpPr txBox="1"/>
          <p:nvPr>
            <p:ph idx="4" type="subTitle"/>
          </p:nvPr>
        </p:nvSpPr>
        <p:spPr>
          <a:xfrm>
            <a:off x="229450" y="3127850"/>
            <a:ext cx="4061100" cy="3243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b="1" sz="900"/>
            </a:lvl1pPr>
            <a:lvl2pPr lvl="1">
              <a:spcBef>
                <a:spcPts val="0"/>
              </a:spcBef>
              <a:spcAft>
                <a:spcPts val="0"/>
              </a:spcAft>
              <a:buSzPts val="900"/>
              <a:buNone/>
              <a:defRPr b="1" sz="900"/>
            </a:lvl2pPr>
            <a:lvl3pPr lvl="2">
              <a:spcBef>
                <a:spcPts val="0"/>
              </a:spcBef>
              <a:spcAft>
                <a:spcPts val="0"/>
              </a:spcAft>
              <a:buSzPts val="900"/>
              <a:buNone/>
              <a:defRPr b="1" sz="900"/>
            </a:lvl3pPr>
            <a:lvl4pPr lvl="3">
              <a:spcBef>
                <a:spcPts val="0"/>
              </a:spcBef>
              <a:spcAft>
                <a:spcPts val="0"/>
              </a:spcAft>
              <a:buSzPts val="900"/>
              <a:buNone/>
              <a:defRPr b="1" sz="900"/>
            </a:lvl4pPr>
            <a:lvl5pPr lvl="4">
              <a:spcBef>
                <a:spcPts val="0"/>
              </a:spcBef>
              <a:spcAft>
                <a:spcPts val="0"/>
              </a:spcAft>
              <a:buSzPts val="900"/>
              <a:buNone/>
              <a:defRPr b="1" sz="900"/>
            </a:lvl5pPr>
            <a:lvl6pPr lvl="5">
              <a:spcBef>
                <a:spcPts val="0"/>
              </a:spcBef>
              <a:spcAft>
                <a:spcPts val="0"/>
              </a:spcAft>
              <a:buSzPts val="900"/>
              <a:buNone/>
              <a:defRPr b="1" sz="900"/>
            </a:lvl6pPr>
            <a:lvl7pPr lvl="6">
              <a:spcBef>
                <a:spcPts val="0"/>
              </a:spcBef>
              <a:spcAft>
                <a:spcPts val="0"/>
              </a:spcAft>
              <a:buSzPts val="900"/>
              <a:buNone/>
              <a:defRPr b="1" sz="900"/>
            </a:lvl7pPr>
            <a:lvl8pPr lvl="7">
              <a:spcBef>
                <a:spcPts val="0"/>
              </a:spcBef>
              <a:spcAft>
                <a:spcPts val="0"/>
              </a:spcAft>
              <a:buSzPts val="900"/>
              <a:buNone/>
              <a:defRPr b="1" sz="900"/>
            </a:lvl8pPr>
            <a:lvl9pPr lvl="8">
              <a:spcBef>
                <a:spcPts val="0"/>
              </a:spcBef>
              <a:spcAft>
                <a:spcPts val="0"/>
              </a:spcAft>
              <a:buSzPts val="900"/>
              <a:buNone/>
              <a:defRPr b="1" sz="900"/>
            </a:lvl9pPr>
          </a:lstStyle>
          <a:p/>
        </p:txBody>
      </p:sp>
      <p:sp>
        <p:nvSpPr>
          <p:cNvPr id="339" name="Google Shape;339;p53"/>
          <p:cNvSpPr txBox="1"/>
          <p:nvPr>
            <p:ph idx="5" type="body"/>
          </p:nvPr>
        </p:nvSpPr>
        <p:spPr>
          <a:xfrm>
            <a:off x="4633050" y="3455950"/>
            <a:ext cx="4061100" cy="10542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340" name="Google Shape;340;p53"/>
          <p:cNvSpPr txBox="1"/>
          <p:nvPr>
            <p:ph idx="6" type="subTitle"/>
          </p:nvPr>
        </p:nvSpPr>
        <p:spPr>
          <a:xfrm>
            <a:off x="4633050" y="3127850"/>
            <a:ext cx="4061100" cy="3243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b="1" sz="900"/>
            </a:lvl1pPr>
            <a:lvl2pPr lvl="1">
              <a:spcBef>
                <a:spcPts val="0"/>
              </a:spcBef>
              <a:spcAft>
                <a:spcPts val="0"/>
              </a:spcAft>
              <a:buSzPts val="900"/>
              <a:buNone/>
              <a:defRPr b="1" sz="900"/>
            </a:lvl2pPr>
            <a:lvl3pPr lvl="2">
              <a:spcBef>
                <a:spcPts val="0"/>
              </a:spcBef>
              <a:spcAft>
                <a:spcPts val="0"/>
              </a:spcAft>
              <a:buSzPts val="900"/>
              <a:buNone/>
              <a:defRPr b="1" sz="900"/>
            </a:lvl3pPr>
            <a:lvl4pPr lvl="3">
              <a:spcBef>
                <a:spcPts val="0"/>
              </a:spcBef>
              <a:spcAft>
                <a:spcPts val="0"/>
              </a:spcAft>
              <a:buSzPts val="900"/>
              <a:buNone/>
              <a:defRPr b="1" sz="900"/>
            </a:lvl4pPr>
            <a:lvl5pPr lvl="4">
              <a:spcBef>
                <a:spcPts val="0"/>
              </a:spcBef>
              <a:spcAft>
                <a:spcPts val="0"/>
              </a:spcAft>
              <a:buSzPts val="900"/>
              <a:buNone/>
              <a:defRPr b="1" sz="900"/>
            </a:lvl5pPr>
            <a:lvl6pPr lvl="5">
              <a:spcBef>
                <a:spcPts val="0"/>
              </a:spcBef>
              <a:spcAft>
                <a:spcPts val="0"/>
              </a:spcAft>
              <a:buSzPts val="900"/>
              <a:buNone/>
              <a:defRPr b="1" sz="900"/>
            </a:lvl6pPr>
            <a:lvl7pPr lvl="6">
              <a:spcBef>
                <a:spcPts val="0"/>
              </a:spcBef>
              <a:spcAft>
                <a:spcPts val="0"/>
              </a:spcAft>
              <a:buSzPts val="900"/>
              <a:buNone/>
              <a:defRPr b="1" sz="900"/>
            </a:lvl7pPr>
            <a:lvl8pPr lvl="7">
              <a:spcBef>
                <a:spcPts val="0"/>
              </a:spcBef>
              <a:spcAft>
                <a:spcPts val="0"/>
              </a:spcAft>
              <a:buSzPts val="900"/>
              <a:buNone/>
              <a:defRPr b="1" sz="900"/>
            </a:lvl8pPr>
            <a:lvl9pPr lvl="8">
              <a:spcBef>
                <a:spcPts val="0"/>
              </a:spcBef>
              <a:spcAft>
                <a:spcPts val="0"/>
              </a:spcAft>
              <a:buSzPts val="900"/>
              <a:buNone/>
              <a:defRPr b="1" sz="900"/>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11_1">
    <p:spTree>
      <p:nvGrpSpPr>
        <p:cNvPr id="341" name="Shape 341"/>
        <p:cNvGrpSpPr/>
        <p:nvPr/>
      </p:nvGrpSpPr>
      <p:grpSpPr>
        <a:xfrm>
          <a:off x="0" y="0"/>
          <a:ext cx="0" cy="0"/>
          <a:chOff x="0" y="0"/>
          <a:chExt cx="0" cy="0"/>
        </a:xfrm>
      </p:grpSpPr>
      <p:sp>
        <p:nvSpPr>
          <p:cNvPr id="342" name="Google Shape;342;p54"/>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343" name="Google Shape;343;p54"/>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
        <p:nvSpPr>
          <p:cNvPr id="344" name="Google Shape;344;p54"/>
          <p:cNvSpPr txBox="1"/>
          <p:nvPr>
            <p:ph type="title"/>
          </p:nvPr>
        </p:nvSpPr>
        <p:spPr>
          <a:xfrm>
            <a:off x="229450" y="164350"/>
            <a:ext cx="8686800" cy="8745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45" name="Google Shape;345;p54"/>
          <p:cNvSpPr/>
          <p:nvPr>
            <p:ph idx="2" type="pic"/>
          </p:nvPr>
        </p:nvSpPr>
        <p:spPr>
          <a:xfrm>
            <a:off x="228600" y="1196050"/>
            <a:ext cx="2820300" cy="1761000"/>
          </a:xfrm>
          <a:prstGeom prst="rect">
            <a:avLst/>
          </a:prstGeom>
          <a:noFill/>
          <a:ln>
            <a:noFill/>
          </a:ln>
        </p:spPr>
      </p:sp>
      <p:sp>
        <p:nvSpPr>
          <p:cNvPr id="346" name="Google Shape;346;p54"/>
          <p:cNvSpPr/>
          <p:nvPr>
            <p:ph idx="3" type="pic"/>
          </p:nvPr>
        </p:nvSpPr>
        <p:spPr>
          <a:xfrm>
            <a:off x="3161800" y="1196050"/>
            <a:ext cx="2820300" cy="1761000"/>
          </a:xfrm>
          <a:prstGeom prst="rect">
            <a:avLst/>
          </a:prstGeom>
          <a:noFill/>
          <a:ln>
            <a:noFill/>
          </a:ln>
        </p:spPr>
      </p:sp>
      <p:sp>
        <p:nvSpPr>
          <p:cNvPr id="347" name="Google Shape;347;p54"/>
          <p:cNvSpPr/>
          <p:nvPr>
            <p:ph idx="4" type="pic"/>
          </p:nvPr>
        </p:nvSpPr>
        <p:spPr>
          <a:xfrm>
            <a:off x="6095000" y="1196050"/>
            <a:ext cx="2820300" cy="1761000"/>
          </a:xfrm>
          <a:prstGeom prst="rect">
            <a:avLst/>
          </a:prstGeom>
          <a:noFill/>
          <a:ln>
            <a:noFill/>
          </a:ln>
        </p:spPr>
      </p:sp>
      <p:sp>
        <p:nvSpPr>
          <p:cNvPr id="348" name="Google Shape;348;p54"/>
          <p:cNvSpPr txBox="1"/>
          <p:nvPr>
            <p:ph idx="1" type="body"/>
          </p:nvPr>
        </p:nvSpPr>
        <p:spPr>
          <a:xfrm>
            <a:off x="229450" y="3455951"/>
            <a:ext cx="2834100" cy="10542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349" name="Google Shape;349;p54"/>
          <p:cNvSpPr txBox="1"/>
          <p:nvPr>
            <p:ph idx="5" type="subTitle"/>
          </p:nvPr>
        </p:nvSpPr>
        <p:spPr>
          <a:xfrm>
            <a:off x="229450" y="3127850"/>
            <a:ext cx="2834100" cy="3243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b="1" sz="900"/>
            </a:lvl1pPr>
            <a:lvl2pPr lvl="1">
              <a:spcBef>
                <a:spcPts val="0"/>
              </a:spcBef>
              <a:spcAft>
                <a:spcPts val="0"/>
              </a:spcAft>
              <a:buSzPts val="900"/>
              <a:buNone/>
              <a:defRPr b="1" sz="900"/>
            </a:lvl2pPr>
            <a:lvl3pPr lvl="2">
              <a:spcBef>
                <a:spcPts val="0"/>
              </a:spcBef>
              <a:spcAft>
                <a:spcPts val="0"/>
              </a:spcAft>
              <a:buSzPts val="900"/>
              <a:buNone/>
              <a:defRPr b="1" sz="900"/>
            </a:lvl3pPr>
            <a:lvl4pPr lvl="3">
              <a:spcBef>
                <a:spcPts val="0"/>
              </a:spcBef>
              <a:spcAft>
                <a:spcPts val="0"/>
              </a:spcAft>
              <a:buSzPts val="900"/>
              <a:buNone/>
              <a:defRPr b="1" sz="900"/>
            </a:lvl4pPr>
            <a:lvl5pPr lvl="4">
              <a:spcBef>
                <a:spcPts val="0"/>
              </a:spcBef>
              <a:spcAft>
                <a:spcPts val="0"/>
              </a:spcAft>
              <a:buSzPts val="900"/>
              <a:buNone/>
              <a:defRPr b="1" sz="900"/>
            </a:lvl5pPr>
            <a:lvl6pPr lvl="5">
              <a:spcBef>
                <a:spcPts val="0"/>
              </a:spcBef>
              <a:spcAft>
                <a:spcPts val="0"/>
              </a:spcAft>
              <a:buSzPts val="900"/>
              <a:buNone/>
              <a:defRPr b="1" sz="900"/>
            </a:lvl6pPr>
            <a:lvl7pPr lvl="6">
              <a:spcBef>
                <a:spcPts val="0"/>
              </a:spcBef>
              <a:spcAft>
                <a:spcPts val="0"/>
              </a:spcAft>
              <a:buSzPts val="900"/>
              <a:buNone/>
              <a:defRPr b="1" sz="900"/>
            </a:lvl7pPr>
            <a:lvl8pPr lvl="7">
              <a:spcBef>
                <a:spcPts val="0"/>
              </a:spcBef>
              <a:spcAft>
                <a:spcPts val="0"/>
              </a:spcAft>
              <a:buSzPts val="900"/>
              <a:buNone/>
              <a:defRPr b="1" sz="900"/>
            </a:lvl8pPr>
            <a:lvl9pPr lvl="8">
              <a:spcBef>
                <a:spcPts val="0"/>
              </a:spcBef>
              <a:spcAft>
                <a:spcPts val="0"/>
              </a:spcAft>
              <a:buSzPts val="900"/>
              <a:buNone/>
              <a:defRPr b="1" sz="900"/>
            </a:lvl9pPr>
          </a:lstStyle>
          <a:p/>
        </p:txBody>
      </p:sp>
      <p:sp>
        <p:nvSpPr>
          <p:cNvPr id="350" name="Google Shape;350;p54"/>
          <p:cNvSpPr txBox="1"/>
          <p:nvPr>
            <p:ph idx="6" type="body"/>
          </p:nvPr>
        </p:nvSpPr>
        <p:spPr>
          <a:xfrm>
            <a:off x="3155800" y="3455951"/>
            <a:ext cx="2834100" cy="10542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351" name="Google Shape;351;p54"/>
          <p:cNvSpPr txBox="1"/>
          <p:nvPr>
            <p:ph idx="7" type="subTitle"/>
          </p:nvPr>
        </p:nvSpPr>
        <p:spPr>
          <a:xfrm>
            <a:off x="3155800" y="3127850"/>
            <a:ext cx="2834100" cy="3243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b="1" sz="900"/>
            </a:lvl1pPr>
            <a:lvl2pPr lvl="1">
              <a:spcBef>
                <a:spcPts val="0"/>
              </a:spcBef>
              <a:spcAft>
                <a:spcPts val="0"/>
              </a:spcAft>
              <a:buSzPts val="900"/>
              <a:buNone/>
              <a:defRPr b="1" sz="900"/>
            </a:lvl2pPr>
            <a:lvl3pPr lvl="2">
              <a:spcBef>
                <a:spcPts val="0"/>
              </a:spcBef>
              <a:spcAft>
                <a:spcPts val="0"/>
              </a:spcAft>
              <a:buSzPts val="900"/>
              <a:buNone/>
              <a:defRPr b="1" sz="900"/>
            </a:lvl3pPr>
            <a:lvl4pPr lvl="3">
              <a:spcBef>
                <a:spcPts val="0"/>
              </a:spcBef>
              <a:spcAft>
                <a:spcPts val="0"/>
              </a:spcAft>
              <a:buSzPts val="900"/>
              <a:buNone/>
              <a:defRPr b="1" sz="900"/>
            </a:lvl4pPr>
            <a:lvl5pPr lvl="4">
              <a:spcBef>
                <a:spcPts val="0"/>
              </a:spcBef>
              <a:spcAft>
                <a:spcPts val="0"/>
              </a:spcAft>
              <a:buSzPts val="900"/>
              <a:buNone/>
              <a:defRPr b="1" sz="900"/>
            </a:lvl5pPr>
            <a:lvl6pPr lvl="5">
              <a:spcBef>
                <a:spcPts val="0"/>
              </a:spcBef>
              <a:spcAft>
                <a:spcPts val="0"/>
              </a:spcAft>
              <a:buSzPts val="900"/>
              <a:buNone/>
              <a:defRPr b="1" sz="900"/>
            </a:lvl6pPr>
            <a:lvl7pPr lvl="6">
              <a:spcBef>
                <a:spcPts val="0"/>
              </a:spcBef>
              <a:spcAft>
                <a:spcPts val="0"/>
              </a:spcAft>
              <a:buSzPts val="900"/>
              <a:buNone/>
              <a:defRPr b="1" sz="900"/>
            </a:lvl7pPr>
            <a:lvl8pPr lvl="7">
              <a:spcBef>
                <a:spcPts val="0"/>
              </a:spcBef>
              <a:spcAft>
                <a:spcPts val="0"/>
              </a:spcAft>
              <a:buSzPts val="900"/>
              <a:buNone/>
              <a:defRPr b="1" sz="900"/>
            </a:lvl8pPr>
            <a:lvl9pPr lvl="8">
              <a:spcBef>
                <a:spcPts val="0"/>
              </a:spcBef>
              <a:spcAft>
                <a:spcPts val="0"/>
              </a:spcAft>
              <a:buSzPts val="900"/>
              <a:buNone/>
              <a:defRPr b="1" sz="900"/>
            </a:lvl9pPr>
          </a:lstStyle>
          <a:p/>
        </p:txBody>
      </p:sp>
      <p:sp>
        <p:nvSpPr>
          <p:cNvPr id="352" name="Google Shape;352;p54"/>
          <p:cNvSpPr txBox="1"/>
          <p:nvPr>
            <p:ph idx="8" type="body"/>
          </p:nvPr>
        </p:nvSpPr>
        <p:spPr>
          <a:xfrm>
            <a:off x="6082150" y="3455951"/>
            <a:ext cx="2834100" cy="10542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353" name="Google Shape;353;p54"/>
          <p:cNvSpPr txBox="1"/>
          <p:nvPr>
            <p:ph idx="9" type="subTitle"/>
          </p:nvPr>
        </p:nvSpPr>
        <p:spPr>
          <a:xfrm>
            <a:off x="6082150" y="3127850"/>
            <a:ext cx="2834100" cy="3243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b="1" sz="900"/>
            </a:lvl1pPr>
            <a:lvl2pPr lvl="1">
              <a:spcBef>
                <a:spcPts val="0"/>
              </a:spcBef>
              <a:spcAft>
                <a:spcPts val="0"/>
              </a:spcAft>
              <a:buSzPts val="900"/>
              <a:buNone/>
              <a:defRPr b="1" sz="900"/>
            </a:lvl2pPr>
            <a:lvl3pPr lvl="2">
              <a:spcBef>
                <a:spcPts val="0"/>
              </a:spcBef>
              <a:spcAft>
                <a:spcPts val="0"/>
              </a:spcAft>
              <a:buSzPts val="900"/>
              <a:buNone/>
              <a:defRPr b="1" sz="900"/>
            </a:lvl3pPr>
            <a:lvl4pPr lvl="3">
              <a:spcBef>
                <a:spcPts val="0"/>
              </a:spcBef>
              <a:spcAft>
                <a:spcPts val="0"/>
              </a:spcAft>
              <a:buSzPts val="900"/>
              <a:buNone/>
              <a:defRPr b="1" sz="900"/>
            </a:lvl4pPr>
            <a:lvl5pPr lvl="4">
              <a:spcBef>
                <a:spcPts val="0"/>
              </a:spcBef>
              <a:spcAft>
                <a:spcPts val="0"/>
              </a:spcAft>
              <a:buSzPts val="900"/>
              <a:buNone/>
              <a:defRPr b="1" sz="900"/>
            </a:lvl5pPr>
            <a:lvl6pPr lvl="5">
              <a:spcBef>
                <a:spcPts val="0"/>
              </a:spcBef>
              <a:spcAft>
                <a:spcPts val="0"/>
              </a:spcAft>
              <a:buSzPts val="900"/>
              <a:buNone/>
              <a:defRPr b="1" sz="900"/>
            </a:lvl6pPr>
            <a:lvl7pPr lvl="6">
              <a:spcBef>
                <a:spcPts val="0"/>
              </a:spcBef>
              <a:spcAft>
                <a:spcPts val="0"/>
              </a:spcAft>
              <a:buSzPts val="900"/>
              <a:buNone/>
              <a:defRPr b="1" sz="900"/>
            </a:lvl7pPr>
            <a:lvl8pPr lvl="7">
              <a:spcBef>
                <a:spcPts val="0"/>
              </a:spcBef>
              <a:spcAft>
                <a:spcPts val="0"/>
              </a:spcAft>
              <a:buSzPts val="900"/>
              <a:buNone/>
              <a:defRPr b="1" sz="900"/>
            </a:lvl8pPr>
            <a:lvl9pPr lvl="8">
              <a:spcBef>
                <a:spcPts val="0"/>
              </a:spcBef>
              <a:spcAft>
                <a:spcPts val="0"/>
              </a:spcAft>
              <a:buSzPts val="900"/>
              <a:buNone/>
              <a:defRPr b="1" sz="900"/>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with footer">
  <p:cSld name="CUSTOM_1_1_1_1_1_1_1">
    <p:spTree>
      <p:nvGrpSpPr>
        <p:cNvPr id="354" name="Shape 354"/>
        <p:cNvGrpSpPr/>
        <p:nvPr/>
      </p:nvGrpSpPr>
      <p:grpSpPr>
        <a:xfrm>
          <a:off x="0" y="0"/>
          <a:ext cx="0" cy="0"/>
          <a:chOff x="0" y="0"/>
          <a:chExt cx="0" cy="0"/>
        </a:xfrm>
      </p:grpSpPr>
      <p:sp>
        <p:nvSpPr>
          <p:cNvPr id="355" name="Google Shape;355;p55"/>
          <p:cNvSpPr/>
          <p:nvPr>
            <p:ph idx="2" type="pic"/>
          </p:nvPr>
        </p:nvSpPr>
        <p:spPr>
          <a:xfrm>
            <a:off x="228600" y="164350"/>
            <a:ext cx="8684400" cy="4304700"/>
          </a:xfrm>
          <a:prstGeom prst="rect">
            <a:avLst/>
          </a:prstGeom>
          <a:noFill/>
          <a:ln>
            <a:noFill/>
          </a:ln>
        </p:spPr>
      </p:sp>
      <p:sp>
        <p:nvSpPr>
          <p:cNvPr id="356" name="Google Shape;356;p55"/>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57" name="Google Shape;357;p55"/>
          <p:cNvSpPr txBox="1"/>
          <p:nvPr>
            <p:ph idx="1"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cxnSp>
        <p:nvCxnSpPr>
          <p:cNvPr id="358" name="Google Shape;358;p55"/>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1_1_1_1_1_1_1_1">
    <p:spTree>
      <p:nvGrpSpPr>
        <p:cNvPr id="359" name="Shape 359"/>
        <p:cNvGrpSpPr/>
        <p:nvPr/>
      </p:nvGrpSpPr>
      <p:grpSpPr>
        <a:xfrm>
          <a:off x="0" y="0"/>
          <a:ext cx="0" cy="0"/>
          <a:chOff x="0" y="0"/>
          <a:chExt cx="0" cy="0"/>
        </a:xfrm>
      </p:grpSpPr>
      <p:sp>
        <p:nvSpPr>
          <p:cNvPr id="360" name="Google Shape;360;p56"/>
          <p:cNvSpPr/>
          <p:nvPr>
            <p:ph idx="2" type="pic"/>
          </p:nvPr>
        </p:nvSpPr>
        <p:spPr>
          <a:xfrm>
            <a:off x="228600" y="164350"/>
            <a:ext cx="8684400" cy="4304700"/>
          </a:xfrm>
          <a:prstGeom prst="rect">
            <a:avLst/>
          </a:prstGeom>
          <a:noFill/>
          <a:ln>
            <a:noFill/>
          </a:ln>
        </p:spPr>
      </p:sp>
      <p:sp>
        <p:nvSpPr>
          <p:cNvPr id="361" name="Google Shape;361;p56"/>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362" name="Google Shape;362;p56"/>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1_1_1_1_1_1_1_1_1">
    <p:spTree>
      <p:nvGrpSpPr>
        <p:cNvPr id="363" name="Shape 363"/>
        <p:cNvGrpSpPr/>
        <p:nvPr/>
      </p:nvGrpSpPr>
      <p:grpSpPr>
        <a:xfrm>
          <a:off x="0" y="0"/>
          <a:ext cx="0" cy="0"/>
          <a:chOff x="0" y="0"/>
          <a:chExt cx="0" cy="0"/>
        </a:xfrm>
      </p:grpSpPr>
      <p:sp>
        <p:nvSpPr>
          <p:cNvPr id="364" name="Google Shape;364;p57"/>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365" name="Google Shape;365;p57"/>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
        <p:nvSpPr>
          <p:cNvPr id="366" name="Google Shape;366;p57"/>
          <p:cNvSpPr txBox="1"/>
          <p:nvPr>
            <p:ph type="title"/>
          </p:nvPr>
        </p:nvSpPr>
        <p:spPr>
          <a:xfrm>
            <a:off x="229450" y="164350"/>
            <a:ext cx="8686800" cy="8745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67" name="Google Shape;367;p57"/>
          <p:cNvSpPr/>
          <p:nvPr>
            <p:ph idx="2" type="pic"/>
          </p:nvPr>
        </p:nvSpPr>
        <p:spPr>
          <a:xfrm>
            <a:off x="228600" y="2598025"/>
            <a:ext cx="2024400" cy="1871100"/>
          </a:xfrm>
          <a:prstGeom prst="rect">
            <a:avLst/>
          </a:prstGeom>
          <a:noFill/>
          <a:ln>
            <a:noFill/>
          </a:ln>
        </p:spPr>
      </p:sp>
      <p:sp>
        <p:nvSpPr>
          <p:cNvPr id="368" name="Google Shape;368;p57"/>
          <p:cNvSpPr/>
          <p:nvPr>
            <p:ph idx="3" type="pic"/>
          </p:nvPr>
        </p:nvSpPr>
        <p:spPr>
          <a:xfrm>
            <a:off x="3864875" y="2598025"/>
            <a:ext cx="3561900" cy="1871100"/>
          </a:xfrm>
          <a:prstGeom prst="rect">
            <a:avLst/>
          </a:prstGeom>
          <a:noFill/>
          <a:ln>
            <a:noFill/>
          </a:ln>
        </p:spPr>
      </p:sp>
      <p:sp>
        <p:nvSpPr>
          <p:cNvPr id="369" name="Google Shape;369;p57"/>
          <p:cNvSpPr/>
          <p:nvPr>
            <p:ph idx="4" type="pic"/>
          </p:nvPr>
        </p:nvSpPr>
        <p:spPr>
          <a:xfrm>
            <a:off x="7547700" y="2598025"/>
            <a:ext cx="1367700" cy="1871100"/>
          </a:xfrm>
          <a:prstGeom prst="rect">
            <a:avLst/>
          </a:prstGeom>
          <a:noFill/>
          <a:ln>
            <a:noFill/>
          </a:ln>
        </p:spPr>
      </p:sp>
      <p:sp>
        <p:nvSpPr>
          <p:cNvPr id="370" name="Google Shape;370;p57"/>
          <p:cNvSpPr/>
          <p:nvPr>
            <p:ph idx="5" type="pic"/>
          </p:nvPr>
        </p:nvSpPr>
        <p:spPr>
          <a:xfrm>
            <a:off x="2375088" y="2598025"/>
            <a:ext cx="1367700" cy="1871100"/>
          </a:xfrm>
          <a:prstGeom prst="rect">
            <a:avLst/>
          </a:prstGeom>
          <a:noFill/>
          <a:ln>
            <a:noFill/>
          </a:ln>
        </p:spPr>
      </p:sp>
      <p:sp>
        <p:nvSpPr>
          <p:cNvPr id="371" name="Google Shape;371;p57"/>
          <p:cNvSpPr/>
          <p:nvPr>
            <p:ph idx="6" type="pic"/>
          </p:nvPr>
        </p:nvSpPr>
        <p:spPr>
          <a:xfrm>
            <a:off x="228600" y="1038850"/>
            <a:ext cx="1003500" cy="1453500"/>
          </a:xfrm>
          <a:prstGeom prst="rect">
            <a:avLst/>
          </a:prstGeom>
          <a:noFill/>
          <a:ln>
            <a:noFill/>
          </a:ln>
        </p:spPr>
      </p:sp>
      <p:sp>
        <p:nvSpPr>
          <p:cNvPr id="372" name="Google Shape;372;p57"/>
          <p:cNvSpPr/>
          <p:nvPr>
            <p:ph idx="7" type="pic"/>
          </p:nvPr>
        </p:nvSpPr>
        <p:spPr>
          <a:xfrm>
            <a:off x="6745975" y="1038850"/>
            <a:ext cx="2169600" cy="1453500"/>
          </a:xfrm>
          <a:prstGeom prst="rect">
            <a:avLst/>
          </a:prstGeom>
          <a:noFill/>
          <a:ln>
            <a:noFill/>
          </a:ln>
        </p:spPr>
      </p:sp>
      <p:sp>
        <p:nvSpPr>
          <p:cNvPr id="373" name="Google Shape;373;p57"/>
          <p:cNvSpPr/>
          <p:nvPr>
            <p:ph idx="8" type="pic"/>
          </p:nvPr>
        </p:nvSpPr>
        <p:spPr>
          <a:xfrm>
            <a:off x="1354150" y="1038850"/>
            <a:ext cx="1502400" cy="1453500"/>
          </a:xfrm>
          <a:prstGeom prst="rect">
            <a:avLst/>
          </a:prstGeom>
          <a:noFill/>
          <a:ln>
            <a:noFill/>
          </a:ln>
        </p:spPr>
      </p:sp>
      <p:sp>
        <p:nvSpPr>
          <p:cNvPr id="374" name="Google Shape;374;p57"/>
          <p:cNvSpPr/>
          <p:nvPr>
            <p:ph idx="9" type="pic"/>
          </p:nvPr>
        </p:nvSpPr>
        <p:spPr>
          <a:xfrm>
            <a:off x="2981410" y="1038850"/>
            <a:ext cx="2196300" cy="1453500"/>
          </a:xfrm>
          <a:prstGeom prst="rect">
            <a:avLst/>
          </a:prstGeom>
          <a:noFill/>
          <a:ln>
            <a:noFill/>
          </a:ln>
        </p:spPr>
      </p:sp>
      <p:sp>
        <p:nvSpPr>
          <p:cNvPr id="375" name="Google Shape;375;p57"/>
          <p:cNvSpPr/>
          <p:nvPr>
            <p:ph idx="13" type="pic"/>
          </p:nvPr>
        </p:nvSpPr>
        <p:spPr>
          <a:xfrm>
            <a:off x="5311004" y="1038850"/>
            <a:ext cx="1301700" cy="1453500"/>
          </a:xfrm>
          <a:prstGeom prst="rect">
            <a:avLst/>
          </a:prstGeom>
          <a:noFill/>
          <a:ln>
            <a:noFill/>
          </a:ln>
        </p:spPr>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ubtitle and image">
  <p:cSld name="CUSTOM_2">
    <p:spTree>
      <p:nvGrpSpPr>
        <p:cNvPr id="376" name="Shape 376"/>
        <p:cNvGrpSpPr/>
        <p:nvPr/>
      </p:nvGrpSpPr>
      <p:grpSpPr>
        <a:xfrm>
          <a:off x="0" y="0"/>
          <a:ext cx="0" cy="0"/>
          <a:chOff x="0" y="0"/>
          <a:chExt cx="0" cy="0"/>
        </a:xfrm>
      </p:grpSpPr>
      <p:sp>
        <p:nvSpPr>
          <p:cNvPr id="377" name="Google Shape;377;p58"/>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78" name="Google Shape;378;p58"/>
          <p:cNvSpPr/>
          <p:nvPr>
            <p:ph idx="2" type="pic"/>
          </p:nvPr>
        </p:nvSpPr>
        <p:spPr>
          <a:xfrm>
            <a:off x="228600" y="164350"/>
            <a:ext cx="5751300" cy="4304700"/>
          </a:xfrm>
          <a:prstGeom prst="rect">
            <a:avLst/>
          </a:prstGeom>
          <a:noFill/>
          <a:ln>
            <a:noFill/>
          </a:ln>
        </p:spPr>
      </p:sp>
      <p:sp>
        <p:nvSpPr>
          <p:cNvPr id="379" name="Google Shape;379;p58"/>
          <p:cNvSpPr txBox="1"/>
          <p:nvPr>
            <p:ph type="title"/>
          </p:nvPr>
        </p:nvSpPr>
        <p:spPr>
          <a:xfrm>
            <a:off x="6095100" y="321875"/>
            <a:ext cx="2820300" cy="1520700"/>
          </a:xfrm>
          <a:prstGeom prst="rect">
            <a:avLst/>
          </a:prstGeom>
        </p:spPr>
        <p:txBody>
          <a:bodyPr anchorCtr="0" anchor="t" bIns="91425" lIns="91425" spcFirstLastPara="1" rIns="91425" wrap="square" tIns="91425">
            <a:noAutofit/>
          </a:bodyPr>
          <a:lstStyle>
            <a:lvl1pPr lvl="0">
              <a:spcBef>
                <a:spcPts val="0"/>
              </a:spcBef>
              <a:spcAft>
                <a:spcPts val="0"/>
              </a:spcAft>
              <a:buSzPts val="4500"/>
              <a:buNone/>
              <a:defRPr sz="45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80" name="Google Shape;380;p58"/>
          <p:cNvSpPr txBox="1"/>
          <p:nvPr>
            <p:ph idx="1" type="subTitle"/>
          </p:nvPr>
        </p:nvSpPr>
        <p:spPr>
          <a:xfrm>
            <a:off x="6095100" y="1842575"/>
            <a:ext cx="2820300" cy="26265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381" name="Google Shape;381;p58"/>
          <p:cNvSpPr txBox="1"/>
          <p:nvPr>
            <p:ph idx="3"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cxnSp>
        <p:nvCxnSpPr>
          <p:cNvPr id="382" name="Google Shape;382;p58"/>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CUSTOM_2_1">
    <p:spTree>
      <p:nvGrpSpPr>
        <p:cNvPr id="383" name="Shape 383"/>
        <p:cNvGrpSpPr/>
        <p:nvPr/>
      </p:nvGrpSpPr>
      <p:grpSpPr>
        <a:xfrm>
          <a:off x="0" y="0"/>
          <a:ext cx="0" cy="0"/>
          <a:chOff x="0" y="0"/>
          <a:chExt cx="0" cy="0"/>
        </a:xfrm>
      </p:grpSpPr>
      <p:sp>
        <p:nvSpPr>
          <p:cNvPr id="384" name="Google Shape;384;p59"/>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385" name="Google Shape;385;p59"/>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
        <p:nvSpPr>
          <p:cNvPr id="386" name="Google Shape;386;p59"/>
          <p:cNvSpPr txBox="1"/>
          <p:nvPr>
            <p:ph hasCustomPrompt="1" type="title"/>
          </p:nvPr>
        </p:nvSpPr>
        <p:spPr>
          <a:xfrm>
            <a:off x="225750" y="1212350"/>
            <a:ext cx="8606700" cy="4390800"/>
          </a:xfrm>
          <a:prstGeom prst="rect">
            <a:avLst/>
          </a:prstGeom>
        </p:spPr>
        <p:txBody>
          <a:bodyPr anchorCtr="0" anchor="b" bIns="91425" lIns="91425" spcFirstLastPara="1" rIns="91425" wrap="square" tIns="91425">
            <a:noAutofit/>
          </a:bodyPr>
          <a:lstStyle>
            <a:lvl1pPr lvl="0">
              <a:spcBef>
                <a:spcPts val="0"/>
              </a:spcBef>
              <a:spcAft>
                <a:spcPts val="0"/>
              </a:spcAft>
              <a:buSzPts val="30000"/>
              <a:buNone/>
              <a:defRPr sz="30000"/>
            </a:lvl1pPr>
            <a:lvl2pPr lvl="1" algn="ctr">
              <a:spcBef>
                <a:spcPts val="0"/>
              </a:spcBef>
              <a:spcAft>
                <a:spcPts val="0"/>
              </a:spcAft>
              <a:buSzPts val="30000"/>
              <a:buNone/>
              <a:defRPr sz="30000"/>
            </a:lvl2pPr>
            <a:lvl3pPr lvl="2" algn="ctr">
              <a:spcBef>
                <a:spcPts val="0"/>
              </a:spcBef>
              <a:spcAft>
                <a:spcPts val="0"/>
              </a:spcAft>
              <a:buSzPts val="30000"/>
              <a:buNone/>
              <a:defRPr sz="30000"/>
            </a:lvl3pPr>
            <a:lvl4pPr lvl="3" algn="ctr">
              <a:spcBef>
                <a:spcPts val="0"/>
              </a:spcBef>
              <a:spcAft>
                <a:spcPts val="0"/>
              </a:spcAft>
              <a:buSzPts val="30000"/>
              <a:buNone/>
              <a:defRPr sz="30000"/>
            </a:lvl4pPr>
            <a:lvl5pPr lvl="4" algn="ctr">
              <a:spcBef>
                <a:spcPts val="0"/>
              </a:spcBef>
              <a:spcAft>
                <a:spcPts val="0"/>
              </a:spcAft>
              <a:buSzPts val="30000"/>
              <a:buNone/>
              <a:defRPr sz="30000"/>
            </a:lvl5pPr>
            <a:lvl6pPr lvl="5" algn="ctr">
              <a:spcBef>
                <a:spcPts val="0"/>
              </a:spcBef>
              <a:spcAft>
                <a:spcPts val="0"/>
              </a:spcAft>
              <a:buSzPts val="30000"/>
              <a:buNone/>
              <a:defRPr sz="30000"/>
            </a:lvl6pPr>
            <a:lvl7pPr lvl="6" algn="ctr">
              <a:spcBef>
                <a:spcPts val="0"/>
              </a:spcBef>
              <a:spcAft>
                <a:spcPts val="0"/>
              </a:spcAft>
              <a:buSzPts val="30000"/>
              <a:buNone/>
              <a:defRPr sz="30000"/>
            </a:lvl7pPr>
            <a:lvl8pPr lvl="7" algn="ctr">
              <a:spcBef>
                <a:spcPts val="0"/>
              </a:spcBef>
              <a:spcAft>
                <a:spcPts val="0"/>
              </a:spcAft>
              <a:buSzPts val="30000"/>
              <a:buNone/>
              <a:defRPr sz="30000"/>
            </a:lvl8pPr>
            <a:lvl9pPr lvl="8" algn="ctr">
              <a:spcBef>
                <a:spcPts val="0"/>
              </a:spcBef>
              <a:spcAft>
                <a:spcPts val="0"/>
              </a:spcAft>
              <a:buSzPts val="30000"/>
              <a:buNone/>
              <a:defRPr sz="30000"/>
            </a:lvl9pPr>
          </a:lstStyle>
          <a:p>
            <a:r>
              <a:t>xx%</a:t>
            </a:r>
          </a:p>
        </p:txBody>
      </p:sp>
      <p:cxnSp>
        <p:nvCxnSpPr>
          <p:cNvPr id="387" name="Google Shape;387;p59"/>
          <p:cNvCxnSpPr/>
          <p:nvPr/>
        </p:nvCxnSpPr>
        <p:spPr>
          <a:xfrm flipH="1" rot="10800000">
            <a:off x="225750" y="1212350"/>
            <a:ext cx="8692500" cy="5700"/>
          </a:xfrm>
          <a:prstGeom prst="straightConnector1">
            <a:avLst/>
          </a:prstGeom>
          <a:noFill/>
          <a:ln cap="flat" cmpd="sng" w="9525">
            <a:solidFill>
              <a:schemeClr val="dk1"/>
            </a:solidFill>
            <a:prstDash val="solid"/>
            <a:round/>
            <a:headEnd len="med" w="med" type="none"/>
            <a:tailEnd len="med" w="med" type="none"/>
          </a:ln>
        </p:spPr>
      </p:cxnSp>
      <p:sp>
        <p:nvSpPr>
          <p:cNvPr id="388" name="Google Shape;388;p59"/>
          <p:cNvSpPr txBox="1"/>
          <p:nvPr>
            <p:ph idx="1" type="body"/>
          </p:nvPr>
        </p:nvSpPr>
        <p:spPr>
          <a:xfrm>
            <a:off x="228600" y="578150"/>
            <a:ext cx="8692500" cy="639900"/>
          </a:xfrm>
          <a:prstGeom prst="rect">
            <a:avLst/>
          </a:prstGeom>
        </p:spPr>
        <p:txBody>
          <a:bodyPr anchorCtr="0" anchor="b" bIns="91425" lIns="91425" spcFirstLastPara="1" rIns="91425" wrap="square" tIns="91425">
            <a:noAutofit/>
          </a:bodyPr>
          <a:lstStyle>
            <a:lvl1pPr indent="-285750" lvl="0" marL="457200">
              <a:spcBef>
                <a:spcPts val="0"/>
              </a:spcBef>
              <a:spcAft>
                <a:spcPts val="0"/>
              </a:spcAft>
              <a:buClr>
                <a:schemeClr val="dk1"/>
              </a:buClr>
              <a:buSzPts val="900"/>
              <a:buFont typeface="Gowun Batang"/>
              <a:buChar char="●"/>
              <a:defRPr/>
            </a:lvl1pPr>
            <a:lvl2pPr indent="-285750" lvl="1" marL="914400">
              <a:spcBef>
                <a:spcPts val="0"/>
              </a:spcBef>
              <a:spcAft>
                <a:spcPts val="0"/>
              </a:spcAft>
              <a:buClr>
                <a:schemeClr val="dk1"/>
              </a:buClr>
              <a:buSzPts val="900"/>
              <a:buFont typeface="Gowun Batang"/>
              <a:buChar char="○"/>
              <a:defRPr/>
            </a:lvl2pPr>
            <a:lvl3pPr indent="-285750" lvl="2" marL="1371600">
              <a:spcBef>
                <a:spcPts val="0"/>
              </a:spcBef>
              <a:spcAft>
                <a:spcPts val="0"/>
              </a:spcAft>
              <a:buClr>
                <a:schemeClr val="dk1"/>
              </a:buClr>
              <a:buSzPts val="900"/>
              <a:buFont typeface="Gowun Batang"/>
              <a:buChar char="■"/>
              <a:defRPr/>
            </a:lvl3pPr>
            <a:lvl4pPr indent="-285750" lvl="3" marL="1828800">
              <a:spcBef>
                <a:spcPts val="0"/>
              </a:spcBef>
              <a:spcAft>
                <a:spcPts val="0"/>
              </a:spcAft>
              <a:buClr>
                <a:schemeClr val="dk1"/>
              </a:buClr>
              <a:buSzPts val="900"/>
              <a:buFont typeface="Gowun Batang"/>
              <a:buChar char="●"/>
              <a:defRPr/>
            </a:lvl4pPr>
            <a:lvl5pPr indent="-285750" lvl="4" marL="2286000">
              <a:spcBef>
                <a:spcPts val="0"/>
              </a:spcBef>
              <a:spcAft>
                <a:spcPts val="0"/>
              </a:spcAft>
              <a:buClr>
                <a:schemeClr val="dk1"/>
              </a:buClr>
              <a:buSzPts val="900"/>
              <a:buFont typeface="Gowun Batang"/>
              <a:buChar char="○"/>
              <a:defRPr/>
            </a:lvl5pPr>
            <a:lvl6pPr indent="-285750" lvl="5" marL="2743200">
              <a:spcBef>
                <a:spcPts val="0"/>
              </a:spcBef>
              <a:spcAft>
                <a:spcPts val="0"/>
              </a:spcAft>
              <a:buClr>
                <a:schemeClr val="dk1"/>
              </a:buClr>
              <a:buSzPts val="900"/>
              <a:buFont typeface="Gowun Batang"/>
              <a:buChar char="■"/>
              <a:defRPr/>
            </a:lvl6pPr>
            <a:lvl7pPr indent="-285750" lvl="6" marL="3200400">
              <a:spcBef>
                <a:spcPts val="0"/>
              </a:spcBef>
              <a:spcAft>
                <a:spcPts val="0"/>
              </a:spcAft>
              <a:buClr>
                <a:schemeClr val="dk1"/>
              </a:buClr>
              <a:buSzPts val="900"/>
              <a:buFont typeface="Gowun Batang"/>
              <a:buChar char="●"/>
              <a:defRPr/>
            </a:lvl7pPr>
            <a:lvl8pPr indent="-285750" lvl="7" marL="3657600">
              <a:spcBef>
                <a:spcPts val="0"/>
              </a:spcBef>
              <a:spcAft>
                <a:spcPts val="0"/>
              </a:spcAft>
              <a:buClr>
                <a:schemeClr val="dk1"/>
              </a:buClr>
              <a:buSzPts val="900"/>
              <a:buFont typeface="Gowun Batang"/>
              <a:buChar char="○"/>
              <a:defRPr/>
            </a:lvl8pPr>
            <a:lvl9pPr indent="-285750" lvl="8" marL="4114800">
              <a:spcBef>
                <a:spcPts val="0"/>
              </a:spcBef>
              <a:spcAft>
                <a:spcPts val="0"/>
              </a:spcAft>
              <a:buClr>
                <a:schemeClr val="dk1"/>
              </a:buClr>
              <a:buSzPts val="900"/>
              <a:buFont typeface="Gowun Batang"/>
              <a:buChar char="■"/>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USTOM_2_1_1">
    <p:spTree>
      <p:nvGrpSpPr>
        <p:cNvPr id="389" name="Shape 389"/>
        <p:cNvGrpSpPr/>
        <p:nvPr/>
      </p:nvGrpSpPr>
      <p:grpSpPr>
        <a:xfrm>
          <a:off x="0" y="0"/>
          <a:ext cx="0" cy="0"/>
          <a:chOff x="0" y="0"/>
          <a:chExt cx="0" cy="0"/>
        </a:xfrm>
      </p:grpSpPr>
      <p:sp>
        <p:nvSpPr>
          <p:cNvPr id="390" name="Google Shape;390;p60"/>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391" name="Google Shape;391;p60"/>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
        <p:nvSpPr>
          <p:cNvPr id="392" name="Google Shape;392;p60"/>
          <p:cNvSpPr txBox="1"/>
          <p:nvPr>
            <p:ph idx="1" type="body"/>
          </p:nvPr>
        </p:nvSpPr>
        <p:spPr>
          <a:xfrm>
            <a:off x="228600" y="3719575"/>
            <a:ext cx="3942600" cy="749400"/>
          </a:xfrm>
          <a:prstGeom prst="rect">
            <a:avLst/>
          </a:prstGeom>
        </p:spPr>
        <p:txBody>
          <a:bodyPr anchorCtr="0" anchor="b"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_9">
    <p:spTree>
      <p:nvGrpSpPr>
        <p:cNvPr id="393" name="Shape 39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44" Type="http://schemas.openxmlformats.org/officeDocument/2006/relationships/slideLayout" Target="../slideLayouts/slideLayout55.xml"/><Relationship Id="rId43" Type="http://schemas.openxmlformats.org/officeDocument/2006/relationships/slideLayout" Target="../slideLayouts/slideLayout54.xml"/><Relationship Id="rId46" Type="http://schemas.openxmlformats.org/officeDocument/2006/relationships/slideLayout" Target="../slideLayouts/slideLayout57.xml"/><Relationship Id="rId45" Type="http://schemas.openxmlformats.org/officeDocument/2006/relationships/slideLayout" Target="../slideLayouts/slideLayout5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48" Type="http://schemas.openxmlformats.org/officeDocument/2006/relationships/slideLayout" Target="../slideLayouts/slideLayout59.xml"/><Relationship Id="rId47" Type="http://schemas.openxmlformats.org/officeDocument/2006/relationships/slideLayout" Target="../slideLayouts/slideLayout58.xml"/><Relationship Id="rId49" Type="http://schemas.openxmlformats.org/officeDocument/2006/relationships/theme" Target="../theme/theme1.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33" Type="http://schemas.openxmlformats.org/officeDocument/2006/relationships/slideLayout" Target="../slideLayouts/slideLayout44.xml"/><Relationship Id="rId32" Type="http://schemas.openxmlformats.org/officeDocument/2006/relationships/slideLayout" Target="../slideLayouts/slideLayout43.xml"/><Relationship Id="rId35" Type="http://schemas.openxmlformats.org/officeDocument/2006/relationships/slideLayout" Target="../slideLayouts/slideLayout46.xml"/><Relationship Id="rId34" Type="http://schemas.openxmlformats.org/officeDocument/2006/relationships/slideLayout" Target="../slideLayouts/slideLayout45.xml"/><Relationship Id="rId37" Type="http://schemas.openxmlformats.org/officeDocument/2006/relationships/slideLayout" Target="../slideLayouts/slideLayout48.xml"/><Relationship Id="rId36" Type="http://schemas.openxmlformats.org/officeDocument/2006/relationships/slideLayout" Target="../slideLayouts/slideLayout47.xml"/><Relationship Id="rId39" Type="http://schemas.openxmlformats.org/officeDocument/2006/relationships/slideLayout" Target="../slideLayouts/slideLayout50.xml"/><Relationship Id="rId38" Type="http://schemas.openxmlformats.org/officeDocument/2006/relationships/slideLayout" Target="../slideLayouts/slideLayout49.xml"/><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29" Type="http://schemas.openxmlformats.org/officeDocument/2006/relationships/slideLayout" Target="../slideLayouts/slideLayout40.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600"/>
              <a:buFont typeface="Gowun Batang"/>
              <a:buNone/>
              <a:defRPr sz="3600">
                <a:solidFill>
                  <a:schemeClr val="dk1"/>
                </a:solidFill>
                <a:latin typeface="Gowun Batang"/>
                <a:ea typeface="Gowun Batang"/>
                <a:cs typeface="Gowun Batang"/>
                <a:sym typeface="Gowun Batang"/>
              </a:defRPr>
            </a:lvl1pPr>
            <a:lvl2pPr lvl="1">
              <a:spcBef>
                <a:spcPts val="0"/>
              </a:spcBef>
              <a:spcAft>
                <a:spcPts val="0"/>
              </a:spcAft>
              <a:buClr>
                <a:schemeClr val="dk1"/>
              </a:buClr>
              <a:buSzPts val="2800"/>
              <a:buFont typeface="Gowun Batang"/>
              <a:buNone/>
              <a:defRPr sz="2800">
                <a:solidFill>
                  <a:schemeClr val="dk1"/>
                </a:solidFill>
                <a:latin typeface="Gowun Batang"/>
                <a:ea typeface="Gowun Batang"/>
                <a:cs typeface="Gowun Batang"/>
                <a:sym typeface="Gowun Batang"/>
              </a:defRPr>
            </a:lvl2pPr>
            <a:lvl3pPr lvl="2">
              <a:spcBef>
                <a:spcPts val="0"/>
              </a:spcBef>
              <a:spcAft>
                <a:spcPts val="0"/>
              </a:spcAft>
              <a:buClr>
                <a:schemeClr val="dk1"/>
              </a:buClr>
              <a:buSzPts val="2800"/>
              <a:buFont typeface="Gowun Batang"/>
              <a:buNone/>
              <a:defRPr sz="2800">
                <a:solidFill>
                  <a:schemeClr val="dk1"/>
                </a:solidFill>
                <a:latin typeface="Gowun Batang"/>
                <a:ea typeface="Gowun Batang"/>
                <a:cs typeface="Gowun Batang"/>
                <a:sym typeface="Gowun Batang"/>
              </a:defRPr>
            </a:lvl3pPr>
            <a:lvl4pPr lvl="3">
              <a:spcBef>
                <a:spcPts val="0"/>
              </a:spcBef>
              <a:spcAft>
                <a:spcPts val="0"/>
              </a:spcAft>
              <a:buClr>
                <a:schemeClr val="dk1"/>
              </a:buClr>
              <a:buSzPts val="2800"/>
              <a:buFont typeface="Gowun Batang"/>
              <a:buNone/>
              <a:defRPr sz="2800">
                <a:solidFill>
                  <a:schemeClr val="dk1"/>
                </a:solidFill>
                <a:latin typeface="Gowun Batang"/>
                <a:ea typeface="Gowun Batang"/>
                <a:cs typeface="Gowun Batang"/>
                <a:sym typeface="Gowun Batang"/>
              </a:defRPr>
            </a:lvl4pPr>
            <a:lvl5pPr lvl="4">
              <a:spcBef>
                <a:spcPts val="0"/>
              </a:spcBef>
              <a:spcAft>
                <a:spcPts val="0"/>
              </a:spcAft>
              <a:buClr>
                <a:schemeClr val="dk1"/>
              </a:buClr>
              <a:buSzPts val="2800"/>
              <a:buFont typeface="Gowun Batang"/>
              <a:buNone/>
              <a:defRPr sz="2800">
                <a:solidFill>
                  <a:schemeClr val="dk1"/>
                </a:solidFill>
                <a:latin typeface="Gowun Batang"/>
                <a:ea typeface="Gowun Batang"/>
                <a:cs typeface="Gowun Batang"/>
                <a:sym typeface="Gowun Batang"/>
              </a:defRPr>
            </a:lvl5pPr>
            <a:lvl6pPr lvl="5">
              <a:spcBef>
                <a:spcPts val="0"/>
              </a:spcBef>
              <a:spcAft>
                <a:spcPts val="0"/>
              </a:spcAft>
              <a:buClr>
                <a:schemeClr val="dk1"/>
              </a:buClr>
              <a:buSzPts val="2800"/>
              <a:buFont typeface="Gowun Batang"/>
              <a:buNone/>
              <a:defRPr sz="2800">
                <a:solidFill>
                  <a:schemeClr val="dk1"/>
                </a:solidFill>
                <a:latin typeface="Gowun Batang"/>
                <a:ea typeface="Gowun Batang"/>
                <a:cs typeface="Gowun Batang"/>
                <a:sym typeface="Gowun Batang"/>
              </a:defRPr>
            </a:lvl6pPr>
            <a:lvl7pPr lvl="6">
              <a:spcBef>
                <a:spcPts val="0"/>
              </a:spcBef>
              <a:spcAft>
                <a:spcPts val="0"/>
              </a:spcAft>
              <a:buClr>
                <a:schemeClr val="dk1"/>
              </a:buClr>
              <a:buSzPts val="2800"/>
              <a:buFont typeface="Gowun Batang"/>
              <a:buNone/>
              <a:defRPr sz="2800">
                <a:solidFill>
                  <a:schemeClr val="dk1"/>
                </a:solidFill>
                <a:latin typeface="Gowun Batang"/>
                <a:ea typeface="Gowun Batang"/>
                <a:cs typeface="Gowun Batang"/>
                <a:sym typeface="Gowun Batang"/>
              </a:defRPr>
            </a:lvl7pPr>
            <a:lvl8pPr lvl="7">
              <a:spcBef>
                <a:spcPts val="0"/>
              </a:spcBef>
              <a:spcAft>
                <a:spcPts val="0"/>
              </a:spcAft>
              <a:buClr>
                <a:schemeClr val="dk1"/>
              </a:buClr>
              <a:buSzPts val="2800"/>
              <a:buFont typeface="Gowun Batang"/>
              <a:buNone/>
              <a:defRPr sz="2800">
                <a:solidFill>
                  <a:schemeClr val="dk1"/>
                </a:solidFill>
                <a:latin typeface="Gowun Batang"/>
                <a:ea typeface="Gowun Batang"/>
                <a:cs typeface="Gowun Batang"/>
                <a:sym typeface="Gowun Batang"/>
              </a:defRPr>
            </a:lvl8pPr>
            <a:lvl9pPr lvl="8">
              <a:spcBef>
                <a:spcPts val="0"/>
              </a:spcBef>
              <a:spcAft>
                <a:spcPts val="0"/>
              </a:spcAft>
              <a:buClr>
                <a:schemeClr val="dk1"/>
              </a:buClr>
              <a:buSzPts val="2800"/>
              <a:buFont typeface="Gowun Batang"/>
              <a:buNone/>
              <a:defRPr sz="2800">
                <a:solidFill>
                  <a:schemeClr val="dk1"/>
                </a:solidFill>
                <a:latin typeface="Gowun Batang"/>
                <a:ea typeface="Gowun Batang"/>
                <a:cs typeface="Gowun Batang"/>
                <a:sym typeface="Gowun Batang"/>
              </a:defRPr>
            </a:lvl9pPr>
          </a:lstStyle>
          <a:p/>
        </p:txBody>
      </p:sp>
      <p:sp>
        <p:nvSpPr>
          <p:cNvPr id="52" name="Google Shape;52;p13"/>
          <p:cNvSpPr txBox="1"/>
          <p:nvPr>
            <p:ph idx="1" type="body"/>
          </p:nvPr>
        </p:nvSpPr>
        <p:spPr>
          <a:xfrm>
            <a:off x="311700" y="2947825"/>
            <a:ext cx="8520600" cy="1620900"/>
          </a:xfrm>
          <a:prstGeom prst="rect">
            <a:avLst/>
          </a:prstGeom>
          <a:noFill/>
          <a:ln>
            <a:noFill/>
          </a:ln>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Gowun Batang"/>
              <a:buChar char="●"/>
              <a:defRPr sz="900">
                <a:solidFill>
                  <a:schemeClr val="dk1"/>
                </a:solidFill>
                <a:latin typeface="Gowun Batang"/>
                <a:ea typeface="Gowun Batang"/>
                <a:cs typeface="Gowun Batang"/>
                <a:sym typeface="Gowun Batang"/>
              </a:defRPr>
            </a:lvl1pPr>
            <a:lvl2pPr indent="-285750" lvl="1" marL="914400">
              <a:spcBef>
                <a:spcPts val="0"/>
              </a:spcBef>
              <a:spcAft>
                <a:spcPts val="0"/>
              </a:spcAft>
              <a:buClr>
                <a:schemeClr val="dk1"/>
              </a:buClr>
              <a:buSzPts val="900"/>
              <a:buFont typeface="Gowun Batang"/>
              <a:buChar char="○"/>
              <a:defRPr sz="900">
                <a:solidFill>
                  <a:schemeClr val="dk1"/>
                </a:solidFill>
                <a:latin typeface="Gowun Batang"/>
                <a:ea typeface="Gowun Batang"/>
                <a:cs typeface="Gowun Batang"/>
                <a:sym typeface="Gowun Batang"/>
              </a:defRPr>
            </a:lvl2pPr>
            <a:lvl3pPr indent="-285750" lvl="2" marL="1371600">
              <a:spcBef>
                <a:spcPts val="0"/>
              </a:spcBef>
              <a:spcAft>
                <a:spcPts val="0"/>
              </a:spcAft>
              <a:buClr>
                <a:schemeClr val="dk1"/>
              </a:buClr>
              <a:buSzPts val="900"/>
              <a:buFont typeface="Gowun Batang"/>
              <a:buChar char="■"/>
              <a:defRPr sz="900">
                <a:solidFill>
                  <a:schemeClr val="dk1"/>
                </a:solidFill>
                <a:latin typeface="Gowun Batang"/>
                <a:ea typeface="Gowun Batang"/>
                <a:cs typeface="Gowun Batang"/>
                <a:sym typeface="Gowun Batang"/>
              </a:defRPr>
            </a:lvl3pPr>
            <a:lvl4pPr indent="-285750" lvl="3" marL="1828800">
              <a:spcBef>
                <a:spcPts val="0"/>
              </a:spcBef>
              <a:spcAft>
                <a:spcPts val="0"/>
              </a:spcAft>
              <a:buClr>
                <a:schemeClr val="dk1"/>
              </a:buClr>
              <a:buSzPts val="900"/>
              <a:buFont typeface="Gowun Batang"/>
              <a:buChar char="●"/>
              <a:defRPr sz="900">
                <a:solidFill>
                  <a:schemeClr val="dk1"/>
                </a:solidFill>
                <a:latin typeface="Gowun Batang"/>
                <a:ea typeface="Gowun Batang"/>
                <a:cs typeface="Gowun Batang"/>
                <a:sym typeface="Gowun Batang"/>
              </a:defRPr>
            </a:lvl4pPr>
            <a:lvl5pPr indent="-285750" lvl="4" marL="2286000">
              <a:spcBef>
                <a:spcPts val="0"/>
              </a:spcBef>
              <a:spcAft>
                <a:spcPts val="0"/>
              </a:spcAft>
              <a:buClr>
                <a:schemeClr val="dk1"/>
              </a:buClr>
              <a:buSzPts val="900"/>
              <a:buFont typeface="Gowun Batang"/>
              <a:buChar char="○"/>
              <a:defRPr sz="900">
                <a:solidFill>
                  <a:schemeClr val="dk1"/>
                </a:solidFill>
                <a:latin typeface="Gowun Batang"/>
                <a:ea typeface="Gowun Batang"/>
                <a:cs typeface="Gowun Batang"/>
                <a:sym typeface="Gowun Batang"/>
              </a:defRPr>
            </a:lvl5pPr>
            <a:lvl6pPr indent="-285750" lvl="5" marL="2743200">
              <a:spcBef>
                <a:spcPts val="0"/>
              </a:spcBef>
              <a:spcAft>
                <a:spcPts val="0"/>
              </a:spcAft>
              <a:buClr>
                <a:schemeClr val="dk1"/>
              </a:buClr>
              <a:buSzPts val="900"/>
              <a:buFont typeface="Gowun Batang"/>
              <a:buChar char="■"/>
              <a:defRPr sz="900">
                <a:solidFill>
                  <a:schemeClr val="dk1"/>
                </a:solidFill>
                <a:latin typeface="Gowun Batang"/>
                <a:ea typeface="Gowun Batang"/>
                <a:cs typeface="Gowun Batang"/>
                <a:sym typeface="Gowun Batang"/>
              </a:defRPr>
            </a:lvl6pPr>
            <a:lvl7pPr indent="-285750" lvl="6" marL="3200400">
              <a:spcBef>
                <a:spcPts val="0"/>
              </a:spcBef>
              <a:spcAft>
                <a:spcPts val="0"/>
              </a:spcAft>
              <a:buClr>
                <a:schemeClr val="dk1"/>
              </a:buClr>
              <a:buSzPts val="900"/>
              <a:buFont typeface="Gowun Batang"/>
              <a:buChar char="●"/>
              <a:defRPr sz="900">
                <a:solidFill>
                  <a:schemeClr val="dk1"/>
                </a:solidFill>
                <a:latin typeface="Gowun Batang"/>
                <a:ea typeface="Gowun Batang"/>
                <a:cs typeface="Gowun Batang"/>
                <a:sym typeface="Gowun Batang"/>
              </a:defRPr>
            </a:lvl7pPr>
            <a:lvl8pPr indent="-285750" lvl="7" marL="3657600">
              <a:spcBef>
                <a:spcPts val="0"/>
              </a:spcBef>
              <a:spcAft>
                <a:spcPts val="0"/>
              </a:spcAft>
              <a:buClr>
                <a:schemeClr val="dk1"/>
              </a:buClr>
              <a:buSzPts val="900"/>
              <a:buFont typeface="Gowun Batang"/>
              <a:buChar char="○"/>
              <a:defRPr sz="900">
                <a:solidFill>
                  <a:schemeClr val="dk1"/>
                </a:solidFill>
                <a:latin typeface="Gowun Batang"/>
                <a:ea typeface="Gowun Batang"/>
                <a:cs typeface="Gowun Batang"/>
                <a:sym typeface="Gowun Batang"/>
              </a:defRPr>
            </a:lvl8pPr>
            <a:lvl9pPr indent="-285750" lvl="8" marL="4114800">
              <a:spcBef>
                <a:spcPts val="0"/>
              </a:spcBef>
              <a:spcAft>
                <a:spcPts val="0"/>
              </a:spcAft>
              <a:buClr>
                <a:schemeClr val="dk1"/>
              </a:buClr>
              <a:buSzPts val="900"/>
              <a:buFont typeface="Gowun Batang"/>
              <a:buChar char="■"/>
              <a:defRPr sz="900">
                <a:solidFill>
                  <a:schemeClr val="dk1"/>
                </a:solidFill>
                <a:latin typeface="Gowun Batang"/>
                <a:ea typeface="Gowun Batang"/>
                <a:cs typeface="Gowun Batang"/>
                <a:sym typeface="Gowun Batang"/>
              </a:defRPr>
            </a:lvl9pPr>
          </a:lstStyle>
          <a:p/>
        </p:txBody>
      </p:sp>
      <p:sp>
        <p:nvSpPr>
          <p:cNvPr id="53" name="Google Shape;53;p13"/>
          <p:cNvSpPr txBox="1"/>
          <p:nvPr>
            <p:ph idx="12" type="sldNum"/>
          </p:nvPr>
        </p:nvSpPr>
        <p:spPr>
          <a:xfrm>
            <a:off x="7426775" y="4679000"/>
            <a:ext cx="1502400" cy="324300"/>
          </a:xfrm>
          <a:prstGeom prst="rect">
            <a:avLst/>
          </a:prstGeom>
          <a:noFill/>
          <a:ln>
            <a:noFill/>
          </a:ln>
        </p:spPr>
        <p:txBody>
          <a:bodyPr anchorCtr="0" anchor="ctr" bIns="91425" lIns="91425" spcFirstLastPara="1" rIns="91425" wrap="square" tIns="91425">
            <a:noAutofit/>
          </a:bodyPr>
          <a:lstStyle>
            <a:lvl1pPr lvl="0" rtl="0" algn="r">
              <a:buNone/>
              <a:defRPr sz="900">
                <a:solidFill>
                  <a:schemeClr val="dk1"/>
                </a:solidFill>
                <a:latin typeface="Gowun Batang"/>
                <a:ea typeface="Gowun Batang"/>
                <a:cs typeface="Gowun Batang"/>
                <a:sym typeface="Gowun Batang"/>
              </a:defRPr>
            </a:lvl1pPr>
            <a:lvl2pPr lvl="1" rtl="0" algn="r">
              <a:buNone/>
              <a:defRPr sz="900">
                <a:solidFill>
                  <a:schemeClr val="dk1"/>
                </a:solidFill>
                <a:latin typeface="Gowun Batang"/>
                <a:ea typeface="Gowun Batang"/>
                <a:cs typeface="Gowun Batang"/>
                <a:sym typeface="Gowun Batang"/>
              </a:defRPr>
            </a:lvl2pPr>
            <a:lvl3pPr lvl="2" rtl="0" algn="r">
              <a:buNone/>
              <a:defRPr sz="900">
                <a:solidFill>
                  <a:schemeClr val="dk1"/>
                </a:solidFill>
                <a:latin typeface="Gowun Batang"/>
                <a:ea typeface="Gowun Batang"/>
                <a:cs typeface="Gowun Batang"/>
                <a:sym typeface="Gowun Batang"/>
              </a:defRPr>
            </a:lvl3pPr>
            <a:lvl4pPr lvl="3" rtl="0" algn="r">
              <a:buNone/>
              <a:defRPr sz="900">
                <a:solidFill>
                  <a:schemeClr val="dk1"/>
                </a:solidFill>
                <a:latin typeface="Gowun Batang"/>
                <a:ea typeface="Gowun Batang"/>
                <a:cs typeface="Gowun Batang"/>
                <a:sym typeface="Gowun Batang"/>
              </a:defRPr>
            </a:lvl4pPr>
            <a:lvl5pPr lvl="4" rtl="0" algn="r">
              <a:buNone/>
              <a:defRPr sz="900">
                <a:solidFill>
                  <a:schemeClr val="dk1"/>
                </a:solidFill>
                <a:latin typeface="Gowun Batang"/>
                <a:ea typeface="Gowun Batang"/>
                <a:cs typeface="Gowun Batang"/>
                <a:sym typeface="Gowun Batang"/>
              </a:defRPr>
            </a:lvl5pPr>
            <a:lvl6pPr lvl="5" rtl="0" algn="r">
              <a:buNone/>
              <a:defRPr sz="900">
                <a:solidFill>
                  <a:schemeClr val="dk1"/>
                </a:solidFill>
                <a:latin typeface="Gowun Batang"/>
                <a:ea typeface="Gowun Batang"/>
                <a:cs typeface="Gowun Batang"/>
                <a:sym typeface="Gowun Batang"/>
              </a:defRPr>
            </a:lvl6pPr>
            <a:lvl7pPr lvl="6" rtl="0" algn="r">
              <a:buNone/>
              <a:defRPr sz="900">
                <a:solidFill>
                  <a:schemeClr val="dk1"/>
                </a:solidFill>
                <a:latin typeface="Gowun Batang"/>
                <a:ea typeface="Gowun Batang"/>
                <a:cs typeface="Gowun Batang"/>
                <a:sym typeface="Gowun Batang"/>
              </a:defRPr>
            </a:lvl7pPr>
            <a:lvl8pPr lvl="7" rtl="0" algn="r">
              <a:buNone/>
              <a:defRPr sz="900">
                <a:solidFill>
                  <a:schemeClr val="dk1"/>
                </a:solidFill>
                <a:latin typeface="Gowun Batang"/>
                <a:ea typeface="Gowun Batang"/>
                <a:cs typeface="Gowun Batang"/>
                <a:sym typeface="Gowun Batang"/>
              </a:defRPr>
            </a:lvl8pPr>
            <a:lvl9pPr lvl="8" rtl="0" algn="r">
              <a:buNone/>
              <a:defRPr sz="900">
                <a:solidFill>
                  <a:schemeClr val="dk1"/>
                </a:solidFill>
                <a:latin typeface="Gowun Batang"/>
                <a:ea typeface="Gowun Batang"/>
                <a:cs typeface="Gowun Batang"/>
                <a:sym typeface="Gowun Batang"/>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 id="2147483705" r:id="rId47"/>
    <p:sldLayoutId id="2147483706" r:id="rId4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144">
          <p15:clr>
            <a:srgbClr val="E46962"/>
          </p15:clr>
        </p15:guide>
        <p15:guide id="2" pos="5616">
          <p15:clr>
            <a:srgbClr val="E46962"/>
          </p15:clr>
        </p15:guide>
        <p15:guide id="3" orient="horz" pos="104">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8.xml"/><Relationship Id="rId3" Type="http://schemas.openxmlformats.org/officeDocument/2006/relationships/hyperlink" Target="http://normalize.py"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2"/>
          <p:cNvSpPr txBox="1"/>
          <p:nvPr>
            <p:ph idx="3" type="body"/>
          </p:nvPr>
        </p:nvSpPr>
        <p:spPr>
          <a:xfrm>
            <a:off x="228600" y="4679000"/>
            <a:ext cx="4343400" cy="324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Texas A&amp;M University</a:t>
            </a:r>
            <a:endParaRPr/>
          </a:p>
        </p:txBody>
      </p:sp>
      <p:sp>
        <p:nvSpPr>
          <p:cNvPr id="399" name="Google Shape;399;p62"/>
          <p:cNvSpPr txBox="1"/>
          <p:nvPr>
            <p:ph type="title"/>
          </p:nvPr>
        </p:nvSpPr>
        <p:spPr>
          <a:xfrm>
            <a:off x="228600" y="1909750"/>
            <a:ext cx="6232800" cy="946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Policy Intent Project</a:t>
            </a:r>
            <a:endParaRPr/>
          </a:p>
        </p:txBody>
      </p:sp>
      <p:sp>
        <p:nvSpPr>
          <p:cNvPr id="400" name="Google Shape;400;p62"/>
          <p:cNvSpPr txBox="1"/>
          <p:nvPr>
            <p:ph idx="1" type="body"/>
          </p:nvPr>
        </p:nvSpPr>
        <p:spPr>
          <a:xfrm>
            <a:off x="228600" y="2856025"/>
            <a:ext cx="1889400" cy="67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Georgei Farouq</a:t>
            </a:r>
            <a:endParaRPr sz="1400"/>
          </a:p>
          <a:p>
            <a:pPr indent="0" lvl="0" marL="0" rtl="0" algn="l">
              <a:spcBef>
                <a:spcPts val="0"/>
              </a:spcBef>
              <a:spcAft>
                <a:spcPts val="0"/>
              </a:spcAft>
              <a:buNone/>
            </a:pPr>
            <a:r>
              <a:rPr lang="en" sz="1400"/>
              <a:t>Rolando Alainiz</a:t>
            </a:r>
            <a:endParaRPr sz="1400"/>
          </a:p>
          <a:p>
            <a:pPr indent="0" lvl="0" marL="0" rtl="0" algn="l">
              <a:spcBef>
                <a:spcPts val="0"/>
              </a:spcBef>
              <a:spcAft>
                <a:spcPts val="0"/>
              </a:spcAft>
              <a:buNone/>
            </a:pPr>
            <a:r>
              <a:rPr lang="en" sz="1400"/>
              <a:t>Bharath Tammi</a:t>
            </a:r>
            <a:endParaRPr sz="1400"/>
          </a:p>
        </p:txBody>
      </p:sp>
      <p:sp>
        <p:nvSpPr>
          <p:cNvPr id="401" name="Google Shape;401;p62"/>
          <p:cNvSpPr txBox="1"/>
          <p:nvPr>
            <p:ph idx="2" type="body"/>
          </p:nvPr>
        </p:nvSpPr>
        <p:spPr>
          <a:xfrm>
            <a:off x="228600" y="168075"/>
            <a:ext cx="1889400" cy="324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ENTC 689</a:t>
            </a:r>
            <a:endParaRPr/>
          </a:p>
        </p:txBody>
      </p:sp>
      <p:sp>
        <p:nvSpPr>
          <p:cNvPr id="402" name="Google Shape;402;p62"/>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63"/>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8" name="Google Shape;408;p63"/>
          <p:cNvSpPr txBox="1"/>
          <p:nvPr>
            <p:ph type="title"/>
          </p:nvPr>
        </p:nvSpPr>
        <p:spPr>
          <a:xfrm>
            <a:off x="228600" y="2236650"/>
            <a:ext cx="3551400" cy="670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Project</a:t>
            </a:r>
            <a:br>
              <a:rPr lang="en"/>
            </a:br>
            <a:r>
              <a:rPr lang="en"/>
              <a:t>Description</a:t>
            </a:r>
            <a:endParaRPr/>
          </a:p>
        </p:txBody>
      </p:sp>
      <p:sp>
        <p:nvSpPr>
          <p:cNvPr id="409" name="Google Shape;409;p63"/>
          <p:cNvSpPr txBox="1"/>
          <p:nvPr>
            <p:ph idx="1" type="subTitle"/>
          </p:nvPr>
        </p:nvSpPr>
        <p:spPr>
          <a:xfrm>
            <a:off x="4236550" y="511150"/>
            <a:ext cx="4343400" cy="3755400"/>
          </a:xfrm>
          <a:prstGeom prst="rect">
            <a:avLst/>
          </a:prstGeom>
        </p:spPr>
        <p:txBody>
          <a:bodyPr anchorCtr="0" anchor="ctr" bIns="91425" lIns="91425" spcFirstLastPara="1" rIns="91425" wrap="square" tIns="91425">
            <a:noAutofit/>
          </a:bodyPr>
          <a:lstStyle/>
          <a:p>
            <a:pPr indent="0" lvl="0" marL="0" rtl="0" algn="l">
              <a:lnSpc>
                <a:spcPct val="115000"/>
              </a:lnSpc>
              <a:spcBef>
                <a:spcPts val="1200"/>
              </a:spcBef>
              <a:spcAft>
                <a:spcPts val="0"/>
              </a:spcAft>
              <a:buClr>
                <a:schemeClr val="accent1"/>
              </a:buClr>
              <a:buSzPts val="1100"/>
              <a:buFont typeface="Arial"/>
              <a:buNone/>
            </a:pPr>
            <a:r>
              <a:rPr lang="en" sz="1900"/>
              <a:t>This project takes a policy PDF and a Cisco IOS configuration file, uses AI to pull out the important rules from the PDF, and then checks whether the configuration follows those rules using Python code.</a:t>
            </a:r>
            <a:endParaRPr sz="1900"/>
          </a:p>
          <a:p>
            <a:pPr indent="0" lvl="0" marL="0" rtl="0" algn="l">
              <a:lnSpc>
                <a:spcPct val="115000"/>
              </a:lnSpc>
              <a:spcBef>
                <a:spcPts val="1200"/>
              </a:spcBef>
              <a:spcAft>
                <a:spcPts val="0"/>
              </a:spcAft>
              <a:buClr>
                <a:schemeClr val="accent1"/>
              </a:buClr>
              <a:buSzPts val="1100"/>
              <a:buFont typeface="Arial"/>
              <a:buNone/>
            </a:pPr>
            <a:r>
              <a:rPr lang="en" sz="1900"/>
              <a:t>The final result is an HTML report that clearly shows PASS, FAIL, or REVIEW, along with evidence for each result.</a:t>
            </a:r>
            <a:endParaRPr sz="1900"/>
          </a:p>
          <a:p>
            <a:pPr indent="0" lvl="0" marL="0" rtl="0" algn="l">
              <a:spcBef>
                <a:spcPts val="1200"/>
              </a:spcBef>
              <a:spcAft>
                <a:spcPts val="0"/>
              </a:spcAft>
              <a:buNone/>
            </a:pPr>
            <a:r>
              <a:t/>
            </a:r>
            <a:endParaRPr sz="19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pic>
        <p:nvPicPr>
          <p:cNvPr id="414" name="Google Shape;414;p64" title="Drawing 4.png"/>
          <p:cNvPicPr preferRelativeResize="0"/>
          <p:nvPr/>
        </p:nvPicPr>
        <p:blipFill>
          <a:blip r:embed="rId3">
            <a:alphaModFix/>
          </a:blip>
          <a:stretch>
            <a:fillRect/>
          </a:stretch>
        </p:blipFill>
        <p:spPr>
          <a:xfrm>
            <a:off x="966850" y="0"/>
            <a:ext cx="7476157" cy="5143502"/>
          </a:xfrm>
          <a:prstGeom prst="rect">
            <a:avLst/>
          </a:prstGeom>
          <a:noFill/>
          <a:ln>
            <a:noFill/>
          </a:ln>
        </p:spPr>
      </p:pic>
      <p:sp>
        <p:nvSpPr>
          <p:cNvPr id="415" name="Google Shape;415;p64"/>
          <p:cNvSpPr txBox="1"/>
          <p:nvPr/>
        </p:nvSpPr>
        <p:spPr>
          <a:xfrm>
            <a:off x="148550" y="3259925"/>
            <a:ext cx="3158700" cy="114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2"/>
                </a:solidFill>
              </a:rPr>
              <a:t>Note* AI parses the intent PDF, and creates a JSON file of rules that the python script runs a check against the .txt file with</a:t>
            </a:r>
            <a:endParaRPr b="1">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65"/>
          <p:cNvSpPr txBox="1"/>
          <p:nvPr>
            <p:ph type="title"/>
          </p:nvPr>
        </p:nvSpPr>
        <p:spPr>
          <a:xfrm>
            <a:off x="229450" y="164350"/>
            <a:ext cx="8686800" cy="682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User Interface</a:t>
            </a:r>
            <a:endParaRPr b="1"/>
          </a:p>
        </p:txBody>
      </p:sp>
      <p:sp>
        <p:nvSpPr>
          <p:cNvPr id="421" name="Google Shape;421;p65"/>
          <p:cNvSpPr txBox="1"/>
          <p:nvPr/>
        </p:nvSpPr>
        <p:spPr>
          <a:xfrm>
            <a:off x="228600" y="1055900"/>
            <a:ext cx="3564000" cy="357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Gowun Batang"/>
                <a:ea typeface="Gowun Batang"/>
                <a:cs typeface="Gowun Batang"/>
                <a:sym typeface="Gowun Batang"/>
              </a:rPr>
              <a:t>The user interface is a local Gradio app that collects the PDF and config file, lets the user choose strictness, runs the full pipeline, and returns the final compliance report. It is the presentation and orchestration layer, not the final judge.</a:t>
            </a:r>
            <a:endParaRPr sz="1800">
              <a:solidFill>
                <a:schemeClr val="dk1"/>
              </a:solidFill>
              <a:latin typeface="Gowun Batang"/>
              <a:ea typeface="Gowun Batang"/>
              <a:cs typeface="Gowun Batang"/>
              <a:sym typeface="Gowun Batang"/>
            </a:endParaRPr>
          </a:p>
        </p:txBody>
      </p:sp>
      <p:pic>
        <p:nvPicPr>
          <p:cNvPr id="422" name="Google Shape;422;p65"/>
          <p:cNvPicPr preferRelativeResize="0"/>
          <p:nvPr/>
        </p:nvPicPr>
        <p:blipFill>
          <a:blip r:embed="rId3">
            <a:alphaModFix/>
          </a:blip>
          <a:stretch>
            <a:fillRect/>
          </a:stretch>
        </p:blipFill>
        <p:spPr>
          <a:xfrm>
            <a:off x="3636050" y="308975"/>
            <a:ext cx="5417076" cy="381569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66"/>
          <p:cNvSpPr txBox="1"/>
          <p:nvPr>
            <p:ph type="title"/>
          </p:nvPr>
        </p:nvSpPr>
        <p:spPr>
          <a:xfrm>
            <a:off x="229450" y="164350"/>
            <a:ext cx="8686800" cy="682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PDF Processing</a:t>
            </a:r>
            <a:endParaRPr b="1"/>
          </a:p>
        </p:txBody>
      </p:sp>
      <p:sp>
        <p:nvSpPr>
          <p:cNvPr id="428" name="Google Shape;428;p66"/>
          <p:cNvSpPr txBox="1"/>
          <p:nvPr/>
        </p:nvSpPr>
        <p:spPr>
          <a:xfrm>
            <a:off x="319475" y="910500"/>
            <a:ext cx="8298300" cy="3570000"/>
          </a:xfrm>
          <a:prstGeom prst="rect">
            <a:avLst/>
          </a:prstGeom>
          <a:noFill/>
          <a:ln>
            <a:noFill/>
          </a:ln>
        </p:spPr>
        <p:txBody>
          <a:bodyPr anchorCtr="0" anchor="t" bIns="91425" lIns="91425" spcFirstLastPara="1" rIns="91425" wrap="square" tIns="91425">
            <a:noAutofit/>
          </a:bodyPr>
          <a:lstStyle/>
          <a:p>
            <a:pPr indent="-349250" lvl="0" marL="457200" rtl="0" algn="l">
              <a:spcBef>
                <a:spcPts val="0"/>
              </a:spcBef>
              <a:spcAft>
                <a:spcPts val="0"/>
              </a:spcAft>
              <a:buClr>
                <a:schemeClr val="dk1"/>
              </a:buClr>
              <a:buSzPts val="1900"/>
              <a:buFont typeface="Gowun Batang"/>
              <a:buChar char="❖"/>
            </a:pPr>
            <a:r>
              <a:rPr lang="en" sz="1900">
                <a:solidFill>
                  <a:schemeClr val="dk1"/>
                </a:solidFill>
                <a:latin typeface="Gowun Batang"/>
                <a:ea typeface="Gowun Batang"/>
                <a:cs typeface="Gowun Batang"/>
                <a:sym typeface="Gowun Batang"/>
              </a:rPr>
              <a:t>Policy files are inputed into the user interface</a:t>
            </a:r>
            <a:endParaRPr sz="1900">
              <a:solidFill>
                <a:schemeClr val="dk1"/>
              </a:solidFill>
              <a:latin typeface="Gowun Batang"/>
              <a:ea typeface="Gowun Batang"/>
              <a:cs typeface="Gowun Batang"/>
              <a:sym typeface="Gowun Batang"/>
            </a:endParaRPr>
          </a:p>
          <a:p>
            <a:pPr indent="0" lvl="0" marL="457200" rtl="0" algn="l">
              <a:spcBef>
                <a:spcPts val="0"/>
              </a:spcBef>
              <a:spcAft>
                <a:spcPts val="0"/>
              </a:spcAft>
              <a:buNone/>
            </a:pPr>
            <a:r>
              <a:t/>
            </a:r>
            <a:endParaRPr sz="1900">
              <a:solidFill>
                <a:schemeClr val="dk1"/>
              </a:solidFill>
              <a:latin typeface="Gowun Batang"/>
              <a:ea typeface="Gowun Batang"/>
              <a:cs typeface="Gowun Batang"/>
              <a:sym typeface="Gowun Batang"/>
            </a:endParaRPr>
          </a:p>
          <a:p>
            <a:pPr indent="-349250" lvl="0" marL="457200" rtl="0" algn="l">
              <a:spcBef>
                <a:spcPts val="0"/>
              </a:spcBef>
              <a:spcAft>
                <a:spcPts val="0"/>
              </a:spcAft>
              <a:buClr>
                <a:schemeClr val="dk1"/>
              </a:buClr>
              <a:buSzPts val="1900"/>
              <a:buFont typeface="Gowun Batang"/>
              <a:buChar char="❖"/>
            </a:pPr>
            <a:r>
              <a:rPr lang="en" sz="1900">
                <a:solidFill>
                  <a:schemeClr val="dk1"/>
                </a:solidFill>
                <a:latin typeface="Gowun Batang"/>
                <a:ea typeface="Gowun Batang"/>
                <a:cs typeface="Gowun Batang"/>
                <a:sym typeface="Gowun Batang"/>
              </a:rPr>
              <a:t>Text is extrated from the policy files</a:t>
            </a:r>
            <a:endParaRPr sz="1900">
              <a:solidFill>
                <a:schemeClr val="dk1"/>
              </a:solidFill>
              <a:latin typeface="Gowun Batang"/>
              <a:ea typeface="Gowun Batang"/>
              <a:cs typeface="Gowun Batang"/>
              <a:sym typeface="Gowun Batang"/>
            </a:endParaRPr>
          </a:p>
          <a:p>
            <a:pPr indent="0" lvl="0" marL="0" rtl="0" algn="l">
              <a:spcBef>
                <a:spcPts val="0"/>
              </a:spcBef>
              <a:spcAft>
                <a:spcPts val="0"/>
              </a:spcAft>
              <a:buNone/>
            </a:pPr>
            <a:r>
              <a:t/>
            </a:r>
            <a:endParaRPr sz="1900">
              <a:solidFill>
                <a:schemeClr val="dk1"/>
              </a:solidFill>
              <a:latin typeface="Gowun Batang"/>
              <a:ea typeface="Gowun Batang"/>
              <a:cs typeface="Gowun Batang"/>
              <a:sym typeface="Gowun Batang"/>
            </a:endParaRPr>
          </a:p>
          <a:p>
            <a:pPr indent="-349250" lvl="0" marL="457200" rtl="0" algn="l">
              <a:spcBef>
                <a:spcPts val="0"/>
              </a:spcBef>
              <a:spcAft>
                <a:spcPts val="0"/>
              </a:spcAft>
              <a:buClr>
                <a:schemeClr val="dk1"/>
              </a:buClr>
              <a:buSzPts val="1900"/>
              <a:buFont typeface="Gowun Batang"/>
              <a:buChar char="❖"/>
            </a:pPr>
            <a:r>
              <a:rPr lang="en" sz="1900">
                <a:solidFill>
                  <a:schemeClr val="dk1"/>
                </a:solidFill>
                <a:latin typeface="Gowun Batang"/>
                <a:ea typeface="Gowun Batang"/>
                <a:cs typeface="Gowun Batang"/>
                <a:sym typeface="Gowun Batang"/>
              </a:rPr>
              <a:t>Text is then chunked to fit required limits</a:t>
            </a:r>
            <a:endParaRPr sz="1900">
              <a:solidFill>
                <a:schemeClr val="dk1"/>
              </a:solidFill>
              <a:latin typeface="Gowun Batang"/>
              <a:ea typeface="Gowun Batang"/>
              <a:cs typeface="Gowun Batang"/>
              <a:sym typeface="Gowun Batang"/>
            </a:endParaRPr>
          </a:p>
          <a:p>
            <a:pPr indent="0" lvl="0" marL="0" rtl="0" algn="l">
              <a:spcBef>
                <a:spcPts val="0"/>
              </a:spcBef>
              <a:spcAft>
                <a:spcPts val="0"/>
              </a:spcAft>
              <a:buNone/>
            </a:pPr>
            <a:r>
              <a:t/>
            </a:r>
            <a:endParaRPr sz="1900">
              <a:solidFill>
                <a:schemeClr val="dk1"/>
              </a:solidFill>
              <a:latin typeface="Gowun Batang"/>
              <a:ea typeface="Gowun Batang"/>
              <a:cs typeface="Gowun Batang"/>
              <a:sym typeface="Gowun Batang"/>
            </a:endParaRPr>
          </a:p>
          <a:p>
            <a:pPr indent="-349250" lvl="0" marL="457200" rtl="0" algn="l">
              <a:spcBef>
                <a:spcPts val="0"/>
              </a:spcBef>
              <a:spcAft>
                <a:spcPts val="0"/>
              </a:spcAft>
              <a:buClr>
                <a:schemeClr val="dk1"/>
              </a:buClr>
              <a:buSzPts val="1900"/>
              <a:buFont typeface="Gowun Batang"/>
              <a:buChar char="❖"/>
            </a:pPr>
            <a:r>
              <a:rPr lang="en" sz="1900">
                <a:solidFill>
                  <a:schemeClr val="dk1"/>
                </a:solidFill>
                <a:latin typeface="Gowun Batang"/>
                <a:ea typeface="Gowun Batang"/>
                <a:cs typeface="Gowun Batang"/>
                <a:sym typeface="Gowun Batang"/>
              </a:rPr>
              <a:t>Chunked data is sent to the LLM</a:t>
            </a:r>
            <a:endParaRPr sz="1900">
              <a:solidFill>
                <a:schemeClr val="dk1"/>
              </a:solidFill>
              <a:latin typeface="Gowun Batang"/>
              <a:ea typeface="Gowun Batang"/>
              <a:cs typeface="Gowun Batang"/>
              <a:sym typeface="Gowun Batang"/>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67"/>
          <p:cNvSpPr txBox="1"/>
          <p:nvPr>
            <p:ph type="title"/>
          </p:nvPr>
        </p:nvSpPr>
        <p:spPr>
          <a:xfrm>
            <a:off x="229450" y="164350"/>
            <a:ext cx="8686800" cy="682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Rule Extraction with LLM</a:t>
            </a:r>
            <a:endParaRPr b="1"/>
          </a:p>
        </p:txBody>
      </p:sp>
      <p:sp>
        <p:nvSpPr>
          <p:cNvPr id="434" name="Google Shape;434;p67"/>
          <p:cNvSpPr txBox="1"/>
          <p:nvPr/>
        </p:nvSpPr>
        <p:spPr>
          <a:xfrm>
            <a:off x="319475" y="910500"/>
            <a:ext cx="8298300" cy="3570000"/>
          </a:xfrm>
          <a:prstGeom prst="rect">
            <a:avLst/>
          </a:prstGeom>
          <a:noFill/>
          <a:ln>
            <a:noFill/>
          </a:ln>
        </p:spPr>
        <p:txBody>
          <a:bodyPr anchorCtr="0" anchor="t" bIns="91425" lIns="91425" spcFirstLastPara="1" rIns="91425" wrap="square" tIns="91425">
            <a:noAutofit/>
          </a:bodyPr>
          <a:lstStyle/>
          <a:p>
            <a:pPr indent="-349250" lvl="0" marL="457200" rtl="0" algn="l">
              <a:spcBef>
                <a:spcPts val="0"/>
              </a:spcBef>
              <a:spcAft>
                <a:spcPts val="0"/>
              </a:spcAft>
              <a:buClr>
                <a:schemeClr val="dk1"/>
              </a:buClr>
              <a:buSzPts val="1900"/>
              <a:buFont typeface="Gowun Batang"/>
              <a:buChar char="❖"/>
            </a:pPr>
            <a:r>
              <a:rPr lang="en" sz="1900">
                <a:solidFill>
                  <a:schemeClr val="dk1"/>
                </a:solidFill>
                <a:latin typeface="Gowun Batang"/>
                <a:ea typeface="Gowun Batang"/>
                <a:cs typeface="Gowun Batang"/>
                <a:sym typeface="Gowun Batang"/>
              </a:rPr>
              <a:t>Chunked data is sent to the LLM</a:t>
            </a:r>
            <a:endParaRPr sz="1900">
              <a:solidFill>
                <a:schemeClr val="dk1"/>
              </a:solidFill>
              <a:latin typeface="Gowun Batang"/>
              <a:ea typeface="Gowun Batang"/>
              <a:cs typeface="Gowun Batang"/>
              <a:sym typeface="Gowun Batang"/>
            </a:endParaRPr>
          </a:p>
          <a:p>
            <a:pPr indent="0" lvl="0" marL="0" rtl="0" algn="l">
              <a:spcBef>
                <a:spcPts val="0"/>
              </a:spcBef>
              <a:spcAft>
                <a:spcPts val="0"/>
              </a:spcAft>
              <a:buNone/>
            </a:pPr>
            <a:r>
              <a:t/>
            </a:r>
            <a:endParaRPr sz="1900">
              <a:solidFill>
                <a:schemeClr val="dk1"/>
              </a:solidFill>
              <a:latin typeface="Gowun Batang"/>
              <a:ea typeface="Gowun Batang"/>
              <a:cs typeface="Gowun Batang"/>
              <a:sym typeface="Gowun Batang"/>
            </a:endParaRPr>
          </a:p>
          <a:p>
            <a:pPr indent="-349250" lvl="0" marL="457200" rtl="0" algn="l">
              <a:spcBef>
                <a:spcPts val="0"/>
              </a:spcBef>
              <a:spcAft>
                <a:spcPts val="0"/>
              </a:spcAft>
              <a:buClr>
                <a:schemeClr val="dk1"/>
              </a:buClr>
              <a:buSzPts val="1900"/>
              <a:buFont typeface="Gowun Batang"/>
              <a:buChar char="❖"/>
            </a:pPr>
            <a:r>
              <a:rPr lang="en" sz="1900">
                <a:solidFill>
                  <a:schemeClr val="dk1"/>
                </a:solidFill>
                <a:latin typeface="Gowun Batang"/>
                <a:ea typeface="Gowun Batang"/>
                <a:cs typeface="Gowun Batang"/>
                <a:sym typeface="Gowun Batang"/>
              </a:rPr>
              <a:t>LLM is prompted to read through the text and give a raw JSON file</a:t>
            </a:r>
            <a:endParaRPr sz="1900">
              <a:solidFill>
                <a:schemeClr val="dk1"/>
              </a:solidFill>
              <a:latin typeface="Gowun Batang"/>
              <a:ea typeface="Gowun Batang"/>
              <a:cs typeface="Gowun Batang"/>
              <a:sym typeface="Gowun Batang"/>
            </a:endParaRPr>
          </a:p>
          <a:p>
            <a:pPr indent="-349250" lvl="1" marL="914400" rtl="0" algn="l">
              <a:spcBef>
                <a:spcPts val="0"/>
              </a:spcBef>
              <a:spcAft>
                <a:spcPts val="0"/>
              </a:spcAft>
              <a:buClr>
                <a:schemeClr val="dk1"/>
              </a:buClr>
              <a:buSzPts val="1900"/>
              <a:buFont typeface="Gowun Batang"/>
              <a:buChar char="➢"/>
            </a:pPr>
            <a:r>
              <a:rPr lang="en" sz="1900">
                <a:solidFill>
                  <a:schemeClr val="dk1"/>
                </a:solidFill>
                <a:latin typeface="Gowun Batang"/>
                <a:ea typeface="Gowun Batang"/>
                <a:cs typeface="Gowun Batang"/>
                <a:sym typeface="Gowun Batang"/>
              </a:rPr>
              <a:t>Told to only create rules based on the text and not to create rules on its own</a:t>
            </a:r>
            <a:endParaRPr sz="1900">
              <a:solidFill>
                <a:schemeClr val="dk1"/>
              </a:solidFill>
              <a:latin typeface="Gowun Batang"/>
              <a:ea typeface="Gowun Batang"/>
              <a:cs typeface="Gowun Batang"/>
              <a:sym typeface="Gowun Batang"/>
            </a:endParaRPr>
          </a:p>
          <a:p>
            <a:pPr indent="-349250" lvl="1" marL="914400" rtl="0" algn="l">
              <a:spcBef>
                <a:spcPts val="0"/>
              </a:spcBef>
              <a:spcAft>
                <a:spcPts val="0"/>
              </a:spcAft>
              <a:buClr>
                <a:schemeClr val="dk1"/>
              </a:buClr>
              <a:buSzPts val="1900"/>
              <a:buFont typeface="Gowun Batang"/>
              <a:buChar char="➢"/>
            </a:pPr>
            <a:r>
              <a:rPr lang="en" sz="1900">
                <a:solidFill>
                  <a:schemeClr val="dk1"/>
                </a:solidFill>
                <a:latin typeface="Gowun Batang"/>
                <a:ea typeface="Gowun Batang"/>
                <a:cs typeface="Gowun Batang"/>
                <a:sym typeface="Gowun Batang"/>
              </a:rPr>
              <a:t>Forced to follow JSON schema</a:t>
            </a:r>
            <a:endParaRPr sz="1900">
              <a:solidFill>
                <a:schemeClr val="dk1"/>
              </a:solidFill>
              <a:latin typeface="Gowun Batang"/>
              <a:ea typeface="Gowun Batang"/>
              <a:cs typeface="Gowun Batang"/>
              <a:sym typeface="Gowun Batang"/>
            </a:endParaRPr>
          </a:p>
          <a:p>
            <a:pPr indent="-349250" lvl="1" marL="914400" rtl="0" algn="l">
              <a:spcBef>
                <a:spcPts val="0"/>
              </a:spcBef>
              <a:spcAft>
                <a:spcPts val="0"/>
              </a:spcAft>
              <a:buClr>
                <a:schemeClr val="dk1"/>
              </a:buClr>
              <a:buSzPts val="1900"/>
              <a:buFont typeface="Gowun Batang"/>
              <a:buChar char="➢"/>
            </a:pPr>
            <a:r>
              <a:rPr lang="en" sz="1900">
                <a:solidFill>
                  <a:schemeClr val="dk1"/>
                </a:solidFill>
                <a:latin typeface="Gowun Batang"/>
                <a:ea typeface="Gowun Batang"/>
                <a:cs typeface="Gowun Batang"/>
                <a:sym typeface="Gowun Batang"/>
              </a:rPr>
              <a:t>Do not duplicate near identical rulesinside one chunk</a:t>
            </a:r>
            <a:endParaRPr sz="1900">
              <a:solidFill>
                <a:schemeClr val="dk1"/>
              </a:solidFill>
              <a:latin typeface="Gowun Batang"/>
              <a:ea typeface="Gowun Batang"/>
              <a:cs typeface="Gowun Batang"/>
              <a:sym typeface="Gowun Batang"/>
            </a:endParaRPr>
          </a:p>
          <a:p>
            <a:pPr indent="0" lvl="0" marL="457200" rtl="0" algn="l">
              <a:spcBef>
                <a:spcPts val="0"/>
              </a:spcBef>
              <a:spcAft>
                <a:spcPts val="0"/>
              </a:spcAft>
              <a:buNone/>
            </a:pPr>
            <a:r>
              <a:t/>
            </a:r>
            <a:endParaRPr sz="1900">
              <a:solidFill>
                <a:schemeClr val="dk1"/>
              </a:solidFill>
              <a:latin typeface="Gowun Batang"/>
              <a:ea typeface="Gowun Batang"/>
              <a:cs typeface="Gowun Batang"/>
              <a:sym typeface="Gowun Batang"/>
            </a:endParaRPr>
          </a:p>
          <a:p>
            <a:pPr indent="-349250" lvl="0" marL="457200" rtl="0" algn="l">
              <a:spcBef>
                <a:spcPts val="0"/>
              </a:spcBef>
              <a:spcAft>
                <a:spcPts val="0"/>
              </a:spcAft>
              <a:buClr>
                <a:schemeClr val="dk1"/>
              </a:buClr>
              <a:buSzPts val="1900"/>
              <a:buFont typeface="Gowun Batang"/>
              <a:buChar char="❖"/>
            </a:pPr>
            <a:r>
              <a:rPr lang="en" sz="1900">
                <a:solidFill>
                  <a:schemeClr val="dk1"/>
                </a:solidFill>
                <a:latin typeface="Gowun Batang"/>
                <a:ea typeface="Gowun Batang"/>
                <a:cs typeface="Gowun Batang"/>
                <a:sym typeface="Gowun Batang"/>
              </a:rPr>
              <a:t>The raw JSON file needs to be adjusted to be used</a:t>
            </a:r>
            <a:endParaRPr sz="1900">
              <a:solidFill>
                <a:schemeClr val="dk1"/>
              </a:solidFill>
              <a:latin typeface="Gowun Batang"/>
              <a:ea typeface="Gowun Batang"/>
              <a:cs typeface="Gowun Batang"/>
              <a:sym typeface="Gowun Batang"/>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68"/>
          <p:cNvSpPr txBox="1"/>
          <p:nvPr>
            <p:ph type="title"/>
          </p:nvPr>
        </p:nvSpPr>
        <p:spPr>
          <a:xfrm>
            <a:off x="229450" y="164350"/>
            <a:ext cx="8686800" cy="338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Normalize </a:t>
            </a:r>
            <a:endParaRPr b="1"/>
          </a:p>
        </p:txBody>
      </p:sp>
      <p:sp>
        <p:nvSpPr>
          <p:cNvPr id="440" name="Google Shape;440;p68"/>
          <p:cNvSpPr txBox="1"/>
          <p:nvPr>
            <p:ph idx="1" type="body"/>
          </p:nvPr>
        </p:nvSpPr>
        <p:spPr>
          <a:xfrm>
            <a:off x="228600" y="3868750"/>
            <a:ext cx="1889400" cy="641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68"/>
          <p:cNvSpPr txBox="1"/>
          <p:nvPr>
            <p:ph idx="2" type="body"/>
          </p:nvPr>
        </p:nvSpPr>
        <p:spPr>
          <a:xfrm>
            <a:off x="2400300" y="3868750"/>
            <a:ext cx="1889400" cy="641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68"/>
          <p:cNvSpPr txBox="1"/>
          <p:nvPr>
            <p:ph idx="3" type="body"/>
          </p:nvPr>
        </p:nvSpPr>
        <p:spPr>
          <a:xfrm>
            <a:off x="228600" y="4679000"/>
            <a:ext cx="4343400" cy="324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68"/>
          <p:cNvSpPr txBox="1"/>
          <p:nvPr>
            <p:ph idx="4" type="body"/>
          </p:nvPr>
        </p:nvSpPr>
        <p:spPr>
          <a:xfrm>
            <a:off x="6743700" y="3868750"/>
            <a:ext cx="1889400" cy="641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68"/>
          <p:cNvSpPr txBox="1"/>
          <p:nvPr>
            <p:ph idx="5" type="body"/>
          </p:nvPr>
        </p:nvSpPr>
        <p:spPr>
          <a:xfrm>
            <a:off x="4572000" y="3868750"/>
            <a:ext cx="1889400" cy="641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68"/>
          <p:cNvSpPr txBox="1"/>
          <p:nvPr/>
        </p:nvSpPr>
        <p:spPr>
          <a:xfrm>
            <a:off x="362500" y="815125"/>
            <a:ext cx="8453100" cy="2657100"/>
          </a:xfrm>
          <a:prstGeom prst="rect">
            <a:avLst/>
          </a:prstGeom>
          <a:noFill/>
          <a:ln>
            <a:noFill/>
          </a:ln>
        </p:spPr>
        <p:txBody>
          <a:bodyPr anchorCtr="0" anchor="t" bIns="91425" lIns="91425" spcFirstLastPara="1" rIns="91425" wrap="square" tIns="91425">
            <a:noAutofit/>
          </a:bodyPr>
          <a:lstStyle/>
          <a:p>
            <a:pPr indent="-349250" lvl="0" marL="457200" rtl="0" algn="l">
              <a:spcBef>
                <a:spcPts val="0"/>
              </a:spcBef>
              <a:spcAft>
                <a:spcPts val="0"/>
              </a:spcAft>
              <a:buClr>
                <a:schemeClr val="dk1"/>
              </a:buClr>
              <a:buSzPts val="1900"/>
              <a:buFont typeface="Gowun Batang"/>
              <a:buChar char="❖"/>
            </a:pPr>
            <a:r>
              <a:rPr lang="en" sz="1900">
                <a:solidFill>
                  <a:schemeClr val="dk1"/>
                </a:solidFill>
                <a:latin typeface="Gowun Batang"/>
                <a:ea typeface="Gowun Batang"/>
                <a:cs typeface="Gowun Batang"/>
                <a:sym typeface="Gowun Batang"/>
              </a:rPr>
              <a:t>Clean raw LLM JSON into one consistent rule format.</a:t>
            </a:r>
            <a:endParaRPr sz="1900">
              <a:solidFill>
                <a:schemeClr val="dk1"/>
              </a:solidFill>
              <a:latin typeface="Gowun Batang"/>
              <a:ea typeface="Gowun Batang"/>
              <a:cs typeface="Gowun Batang"/>
              <a:sym typeface="Gowun Batang"/>
            </a:endParaRPr>
          </a:p>
          <a:p>
            <a:pPr indent="0" lvl="0" marL="0" rtl="0" algn="l">
              <a:spcBef>
                <a:spcPts val="0"/>
              </a:spcBef>
              <a:spcAft>
                <a:spcPts val="0"/>
              </a:spcAft>
              <a:buNone/>
            </a:pPr>
            <a:r>
              <a:t/>
            </a:r>
            <a:endParaRPr sz="1900">
              <a:solidFill>
                <a:schemeClr val="dk1"/>
              </a:solidFill>
              <a:latin typeface="Gowun Batang"/>
              <a:ea typeface="Gowun Batang"/>
              <a:cs typeface="Gowun Batang"/>
              <a:sym typeface="Gowun Batang"/>
            </a:endParaRPr>
          </a:p>
          <a:p>
            <a:pPr indent="-349250" lvl="0" marL="457200" rtl="0" algn="l">
              <a:spcBef>
                <a:spcPts val="0"/>
              </a:spcBef>
              <a:spcAft>
                <a:spcPts val="0"/>
              </a:spcAft>
              <a:buClr>
                <a:schemeClr val="dk1"/>
              </a:buClr>
              <a:buSzPts val="1900"/>
              <a:buFont typeface="Gowun Batang"/>
              <a:buChar char="❖"/>
            </a:pPr>
            <a:r>
              <a:rPr lang="en" sz="1900">
                <a:solidFill>
                  <a:schemeClr val="dk1"/>
                </a:solidFill>
                <a:latin typeface="Gowun Batang"/>
                <a:ea typeface="Gowun Batang"/>
                <a:cs typeface="Gowun Batang"/>
                <a:sym typeface="Gowun Batang"/>
              </a:rPr>
              <a:t>Standardize fields such as scope, action, condition, and severity.</a:t>
            </a:r>
            <a:endParaRPr sz="1900">
              <a:solidFill>
                <a:schemeClr val="dk1"/>
              </a:solidFill>
              <a:latin typeface="Gowun Batang"/>
              <a:ea typeface="Gowun Batang"/>
              <a:cs typeface="Gowun Batang"/>
              <a:sym typeface="Gowun Batang"/>
            </a:endParaRPr>
          </a:p>
          <a:p>
            <a:pPr indent="0" lvl="0" marL="0" rtl="0" algn="l">
              <a:spcBef>
                <a:spcPts val="0"/>
              </a:spcBef>
              <a:spcAft>
                <a:spcPts val="0"/>
              </a:spcAft>
              <a:buNone/>
            </a:pPr>
            <a:r>
              <a:t/>
            </a:r>
            <a:endParaRPr sz="1900">
              <a:solidFill>
                <a:schemeClr val="dk1"/>
              </a:solidFill>
              <a:latin typeface="Gowun Batang"/>
              <a:ea typeface="Gowun Batang"/>
              <a:cs typeface="Gowun Batang"/>
              <a:sym typeface="Gowun Batang"/>
            </a:endParaRPr>
          </a:p>
          <a:p>
            <a:pPr indent="-349250" lvl="0" marL="457200" rtl="0" algn="l">
              <a:spcBef>
                <a:spcPts val="0"/>
              </a:spcBef>
              <a:spcAft>
                <a:spcPts val="0"/>
              </a:spcAft>
              <a:buClr>
                <a:schemeClr val="dk1"/>
              </a:buClr>
              <a:buSzPts val="1900"/>
              <a:buFont typeface="Gowun Batang"/>
              <a:buChar char="❖"/>
            </a:pPr>
            <a:r>
              <a:rPr lang="en" sz="1900">
                <a:solidFill>
                  <a:schemeClr val="dk1"/>
                </a:solidFill>
                <a:latin typeface="Gowun Batang"/>
                <a:ea typeface="Gowun Batang"/>
                <a:cs typeface="Gowun Batang"/>
                <a:sym typeface="Gowun Batang"/>
              </a:rPr>
              <a:t>Remove duplicate or near-duplicate rules across chunks.</a:t>
            </a:r>
            <a:endParaRPr sz="1900">
              <a:solidFill>
                <a:schemeClr val="dk1"/>
              </a:solidFill>
              <a:latin typeface="Gowun Batang"/>
              <a:ea typeface="Gowun Batang"/>
              <a:cs typeface="Gowun Batang"/>
              <a:sym typeface="Gowun Batang"/>
            </a:endParaRPr>
          </a:p>
          <a:p>
            <a:pPr indent="0" lvl="0" marL="0" rtl="0" algn="l">
              <a:spcBef>
                <a:spcPts val="0"/>
              </a:spcBef>
              <a:spcAft>
                <a:spcPts val="0"/>
              </a:spcAft>
              <a:buNone/>
            </a:pPr>
            <a:r>
              <a:t/>
            </a:r>
            <a:endParaRPr sz="1900">
              <a:solidFill>
                <a:schemeClr val="dk1"/>
              </a:solidFill>
              <a:latin typeface="Gowun Batang"/>
              <a:ea typeface="Gowun Batang"/>
              <a:cs typeface="Gowun Batang"/>
              <a:sym typeface="Gowun Batang"/>
            </a:endParaRPr>
          </a:p>
          <a:p>
            <a:pPr indent="-349250" lvl="0" marL="457200" rtl="0" algn="l">
              <a:spcBef>
                <a:spcPts val="0"/>
              </a:spcBef>
              <a:spcAft>
                <a:spcPts val="0"/>
              </a:spcAft>
              <a:buClr>
                <a:schemeClr val="dk1"/>
              </a:buClr>
              <a:buSzPts val="1900"/>
              <a:buFont typeface="Gowun Batang"/>
              <a:buChar char="❖"/>
            </a:pPr>
            <a:r>
              <a:rPr lang="en" sz="1900">
                <a:solidFill>
                  <a:schemeClr val="dk1"/>
                </a:solidFill>
                <a:latin typeface="Gowun Batang"/>
                <a:ea typeface="Gowun Batang"/>
                <a:cs typeface="Gowun Batang"/>
                <a:sym typeface="Gowun Batang"/>
              </a:rPr>
              <a:t>Resolve conflicting rules before they reach the checker.</a:t>
            </a:r>
            <a:endParaRPr sz="1900">
              <a:solidFill>
                <a:schemeClr val="dk1"/>
              </a:solidFill>
              <a:latin typeface="Gowun Batang"/>
              <a:ea typeface="Gowun Batang"/>
              <a:cs typeface="Gowun Batang"/>
              <a:sym typeface="Gowun Batang"/>
            </a:endParaRPr>
          </a:p>
          <a:p>
            <a:pPr indent="0" lvl="0" marL="0" rtl="0" algn="l">
              <a:spcBef>
                <a:spcPts val="0"/>
              </a:spcBef>
              <a:spcAft>
                <a:spcPts val="0"/>
              </a:spcAft>
              <a:buNone/>
            </a:pPr>
            <a:r>
              <a:t/>
            </a:r>
            <a:endParaRPr sz="1900">
              <a:solidFill>
                <a:schemeClr val="dk1"/>
              </a:solidFill>
              <a:latin typeface="Gowun Batang"/>
              <a:ea typeface="Gowun Batang"/>
              <a:cs typeface="Gowun Batang"/>
              <a:sym typeface="Gowun Batang"/>
            </a:endParaRPr>
          </a:p>
          <a:p>
            <a:pPr indent="-349250" lvl="0" marL="457200" rtl="0" algn="l">
              <a:spcBef>
                <a:spcPts val="0"/>
              </a:spcBef>
              <a:spcAft>
                <a:spcPts val="0"/>
              </a:spcAft>
              <a:buClr>
                <a:schemeClr val="dk1"/>
              </a:buClr>
              <a:buSzPts val="1900"/>
              <a:buFont typeface="Gowun Batang"/>
              <a:buChar char="❖"/>
            </a:pPr>
            <a:r>
              <a:rPr lang="en" sz="1900">
                <a:solidFill>
                  <a:schemeClr val="dk1"/>
                </a:solidFill>
                <a:latin typeface="Gowun Batang"/>
                <a:ea typeface="Gowun Batang"/>
                <a:cs typeface="Gowun Batang"/>
                <a:sym typeface="Gowun Batang"/>
              </a:rPr>
              <a:t>Assign stable rule IDs and keep source references for traceability.</a:t>
            </a:r>
            <a:endParaRPr sz="1900">
              <a:solidFill>
                <a:schemeClr val="dk1"/>
              </a:solidFill>
              <a:latin typeface="Gowun Batang"/>
              <a:ea typeface="Gowun Batang"/>
              <a:cs typeface="Gowun Batang"/>
              <a:sym typeface="Gowun Batang"/>
            </a:endParaRPr>
          </a:p>
          <a:p>
            <a:pPr indent="0" lvl="0" marL="0" rtl="0" algn="l">
              <a:spcBef>
                <a:spcPts val="0"/>
              </a:spcBef>
              <a:spcAft>
                <a:spcPts val="0"/>
              </a:spcAft>
              <a:buNone/>
            </a:pPr>
            <a:r>
              <a:t/>
            </a:r>
            <a:endParaRPr sz="1900">
              <a:solidFill>
                <a:schemeClr val="dk1"/>
              </a:solidFill>
              <a:latin typeface="Gowun Batang"/>
              <a:ea typeface="Gowun Batang"/>
              <a:cs typeface="Gowun Batang"/>
              <a:sym typeface="Gowun Batang"/>
            </a:endParaRPr>
          </a:p>
          <a:p>
            <a:pPr indent="-349250" lvl="0" marL="457200" rtl="0" algn="l">
              <a:spcBef>
                <a:spcPts val="0"/>
              </a:spcBef>
              <a:spcAft>
                <a:spcPts val="0"/>
              </a:spcAft>
              <a:buClr>
                <a:schemeClr val="dk1"/>
              </a:buClr>
              <a:buSzPts val="1900"/>
              <a:buFont typeface="Gowun Batang"/>
              <a:buChar char="❖"/>
            </a:pPr>
            <a:r>
              <a:rPr lang="en" sz="1900">
                <a:solidFill>
                  <a:schemeClr val="dk1"/>
                </a:solidFill>
                <a:latin typeface="Gowun Batang"/>
                <a:ea typeface="Gowun Batang"/>
                <a:cs typeface="Gowun Batang"/>
                <a:sym typeface="Gowun Batang"/>
              </a:rPr>
              <a:t>Output normalized rules for deterministic Python evaluation.</a:t>
            </a:r>
            <a:endParaRPr sz="1900">
              <a:solidFill>
                <a:schemeClr val="dk1"/>
              </a:solidFill>
              <a:latin typeface="Gowun Batang"/>
              <a:ea typeface="Gowun Batang"/>
              <a:cs typeface="Gowun Batang"/>
              <a:sym typeface="Gowun Batang"/>
            </a:endParaRPr>
          </a:p>
          <a:p>
            <a:pPr indent="0" lvl="0" marL="0" rtl="0" algn="l">
              <a:spcBef>
                <a:spcPts val="0"/>
              </a:spcBef>
              <a:spcAft>
                <a:spcPts val="0"/>
              </a:spcAft>
              <a:buNone/>
            </a:pPr>
            <a:r>
              <a:t/>
            </a:r>
            <a:endParaRPr sz="900">
              <a:solidFill>
                <a:schemeClr val="dk1"/>
              </a:solidFill>
              <a:latin typeface="Gowun Batang"/>
              <a:ea typeface="Gowun Batang"/>
              <a:cs typeface="Gowun Batang"/>
              <a:sym typeface="Gowun Batang"/>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69"/>
          <p:cNvSpPr txBox="1"/>
          <p:nvPr>
            <p:ph type="title"/>
          </p:nvPr>
        </p:nvSpPr>
        <p:spPr>
          <a:xfrm>
            <a:off x="229450" y="164350"/>
            <a:ext cx="8686800" cy="682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Deterministic Code Checker</a:t>
            </a:r>
            <a:endParaRPr b="1"/>
          </a:p>
        </p:txBody>
      </p:sp>
      <p:sp>
        <p:nvSpPr>
          <p:cNvPr id="451" name="Google Shape;451;p69"/>
          <p:cNvSpPr txBox="1"/>
          <p:nvPr/>
        </p:nvSpPr>
        <p:spPr>
          <a:xfrm>
            <a:off x="319475" y="910500"/>
            <a:ext cx="8298300" cy="3570000"/>
          </a:xfrm>
          <a:prstGeom prst="rect">
            <a:avLst/>
          </a:prstGeom>
          <a:noFill/>
          <a:ln>
            <a:noFill/>
          </a:ln>
        </p:spPr>
        <p:txBody>
          <a:bodyPr anchorCtr="0" anchor="t" bIns="91425" lIns="91425" spcFirstLastPara="1" rIns="91425" wrap="square" tIns="91425">
            <a:noAutofit/>
          </a:bodyPr>
          <a:lstStyle/>
          <a:p>
            <a:pPr indent="-349250" lvl="0" marL="457200" rtl="0" algn="l">
              <a:spcBef>
                <a:spcPts val="0"/>
              </a:spcBef>
              <a:spcAft>
                <a:spcPts val="0"/>
              </a:spcAft>
              <a:buClr>
                <a:schemeClr val="dk1"/>
              </a:buClr>
              <a:buSzPts val="1900"/>
              <a:buFont typeface="Gowun Batang"/>
              <a:buChar char="❖"/>
            </a:pPr>
            <a:r>
              <a:rPr lang="en" sz="1900">
                <a:solidFill>
                  <a:schemeClr val="dk1"/>
                </a:solidFill>
                <a:latin typeface="Gowun Batang"/>
                <a:ea typeface="Gowun Batang"/>
                <a:cs typeface="Gowun Batang"/>
                <a:sym typeface="Gowun Batang"/>
              </a:rPr>
              <a:t>Core compliance engine for Cisco IOS configs.</a:t>
            </a:r>
            <a:endParaRPr sz="1900">
              <a:solidFill>
                <a:schemeClr val="dk1"/>
              </a:solidFill>
              <a:latin typeface="Gowun Batang"/>
              <a:ea typeface="Gowun Batang"/>
              <a:cs typeface="Gowun Batang"/>
              <a:sym typeface="Gowun Batang"/>
            </a:endParaRPr>
          </a:p>
          <a:p>
            <a:pPr indent="0" lvl="0" marL="457200" rtl="0" algn="l">
              <a:spcBef>
                <a:spcPts val="0"/>
              </a:spcBef>
              <a:spcAft>
                <a:spcPts val="0"/>
              </a:spcAft>
              <a:buNone/>
            </a:pPr>
            <a:r>
              <a:t/>
            </a:r>
            <a:endParaRPr sz="1900">
              <a:solidFill>
                <a:schemeClr val="dk1"/>
              </a:solidFill>
              <a:latin typeface="Gowun Batang"/>
              <a:ea typeface="Gowun Batang"/>
              <a:cs typeface="Gowun Batang"/>
              <a:sym typeface="Gowun Batang"/>
            </a:endParaRPr>
          </a:p>
          <a:p>
            <a:pPr indent="-349250" lvl="0" marL="457200" rtl="0" algn="l">
              <a:spcBef>
                <a:spcPts val="0"/>
              </a:spcBef>
              <a:spcAft>
                <a:spcPts val="0"/>
              </a:spcAft>
              <a:buSzPts val="1900"/>
              <a:buFont typeface="Gowun Batang"/>
              <a:buChar char="❖"/>
            </a:pPr>
            <a:r>
              <a:rPr lang="en" sz="1900">
                <a:solidFill>
                  <a:schemeClr val="dk1"/>
                </a:solidFill>
                <a:latin typeface="Gowun Batang"/>
                <a:ea typeface="Gowun Batang"/>
                <a:cs typeface="Gowun Batang"/>
                <a:sym typeface="Gowun Batang"/>
              </a:rPr>
              <a:t>Evaluates normalized rules after </a:t>
            </a:r>
            <a:r>
              <a:rPr lang="en" sz="1900" u="sng">
                <a:solidFill>
                  <a:schemeClr val="hlink"/>
                </a:solidFill>
                <a:latin typeface="Gowun Batang"/>
                <a:ea typeface="Gowun Batang"/>
                <a:cs typeface="Gowun Batang"/>
                <a:sym typeface="Gowun Batang"/>
                <a:hlinkClick r:id="rId3"/>
              </a:rPr>
              <a:t>normalize.py</a:t>
            </a:r>
            <a:endParaRPr sz="1900">
              <a:solidFill>
                <a:schemeClr val="dk1"/>
              </a:solidFill>
              <a:latin typeface="Gowun Batang"/>
              <a:ea typeface="Gowun Batang"/>
              <a:cs typeface="Gowun Batang"/>
              <a:sym typeface="Gowun Batang"/>
            </a:endParaRPr>
          </a:p>
          <a:p>
            <a:pPr indent="0" lvl="0" marL="457200" rtl="0" algn="l">
              <a:spcBef>
                <a:spcPts val="0"/>
              </a:spcBef>
              <a:spcAft>
                <a:spcPts val="0"/>
              </a:spcAft>
              <a:buNone/>
            </a:pPr>
            <a:r>
              <a:t/>
            </a:r>
            <a:endParaRPr sz="1900">
              <a:solidFill>
                <a:schemeClr val="dk1"/>
              </a:solidFill>
              <a:latin typeface="Gowun Batang"/>
              <a:ea typeface="Gowun Batang"/>
              <a:cs typeface="Gowun Batang"/>
              <a:sym typeface="Gowun Batang"/>
            </a:endParaRPr>
          </a:p>
          <a:p>
            <a:pPr indent="-349250" lvl="0" marL="457200" rtl="0" algn="l">
              <a:spcBef>
                <a:spcPts val="0"/>
              </a:spcBef>
              <a:spcAft>
                <a:spcPts val="0"/>
              </a:spcAft>
              <a:buClr>
                <a:schemeClr val="dk1"/>
              </a:buClr>
              <a:buSzPts val="1900"/>
              <a:buFont typeface="Gowun Batang"/>
              <a:buChar char="❖"/>
            </a:pPr>
            <a:r>
              <a:rPr lang="en" sz="1900">
                <a:solidFill>
                  <a:schemeClr val="dk1"/>
                </a:solidFill>
                <a:latin typeface="Gowun Batang"/>
                <a:ea typeface="Gowun Batang"/>
                <a:cs typeface="Gowun Batang"/>
                <a:sym typeface="Gowun Batang"/>
              </a:rPr>
              <a:t>Uses deterministic Python logic instead of AI.</a:t>
            </a:r>
            <a:endParaRPr sz="1900">
              <a:solidFill>
                <a:schemeClr val="dk1"/>
              </a:solidFill>
              <a:latin typeface="Gowun Batang"/>
              <a:ea typeface="Gowun Batang"/>
              <a:cs typeface="Gowun Batang"/>
              <a:sym typeface="Gowun Batang"/>
            </a:endParaRPr>
          </a:p>
          <a:p>
            <a:pPr indent="0" lvl="0" marL="457200" rtl="0" algn="l">
              <a:spcBef>
                <a:spcPts val="0"/>
              </a:spcBef>
              <a:spcAft>
                <a:spcPts val="0"/>
              </a:spcAft>
              <a:buNone/>
            </a:pPr>
            <a:r>
              <a:t/>
            </a:r>
            <a:endParaRPr sz="1900">
              <a:solidFill>
                <a:schemeClr val="dk1"/>
              </a:solidFill>
              <a:latin typeface="Gowun Batang"/>
              <a:ea typeface="Gowun Batang"/>
              <a:cs typeface="Gowun Batang"/>
              <a:sym typeface="Gowun Batang"/>
            </a:endParaRPr>
          </a:p>
          <a:p>
            <a:pPr indent="-349250" lvl="0" marL="457200" rtl="0" algn="l">
              <a:spcBef>
                <a:spcPts val="0"/>
              </a:spcBef>
              <a:spcAft>
                <a:spcPts val="0"/>
              </a:spcAft>
              <a:buClr>
                <a:schemeClr val="dk1"/>
              </a:buClr>
              <a:buSzPts val="1900"/>
              <a:buFont typeface="Gowun Batang"/>
              <a:buChar char="❖"/>
            </a:pPr>
            <a:r>
              <a:rPr lang="en" sz="1900">
                <a:solidFill>
                  <a:schemeClr val="dk1"/>
                </a:solidFill>
                <a:latin typeface="Gowun Batang"/>
                <a:ea typeface="Gowun Batang"/>
                <a:cs typeface="Gowun Batang"/>
                <a:sym typeface="Gowun Batang"/>
              </a:rPr>
              <a:t>Checks global and scoped configuration blocks.</a:t>
            </a:r>
            <a:endParaRPr sz="1900">
              <a:solidFill>
                <a:schemeClr val="dk1"/>
              </a:solidFill>
              <a:latin typeface="Gowun Batang"/>
              <a:ea typeface="Gowun Batang"/>
              <a:cs typeface="Gowun Batang"/>
              <a:sym typeface="Gowun Batang"/>
            </a:endParaRPr>
          </a:p>
          <a:p>
            <a:pPr indent="0" lvl="0" marL="457200" rtl="0" algn="l">
              <a:spcBef>
                <a:spcPts val="0"/>
              </a:spcBef>
              <a:spcAft>
                <a:spcPts val="0"/>
              </a:spcAft>
              <a:buNone/>
            </a:pPr>
            <a:r>
              <a:t/>
            </a:r>
            <a:endParaRPr sz="1900">
              <a:solidFill>
                <a:schemeClr val="dk1"/>
              </a:solidFill>
              <a:latin typeface="Gowun Batang"/>
              <a:ea typeface="Gowun Batang"/>
              <a:cs typeface="Gowun Batang"/>
              <a:sym typeface="Gowun Batang"/>
            </a:endParaRPr>
          </a:p>
          <a:p>
            <a:pPr indent="-349250" lvl="0" marL="457200" rtl="0" algn="l">
              <a:spcBef>
                <a:spcPts val="0"/>
              </a:spcBef>
              <a:spcAft>
                <a:spcPts val="0"/>
              </a:spcAft>
              <a:buClr>
                <a:schemeClr val="dk1"/>
              </a:buClr>
              <a:buSzPts val="1900"/>
              <a:buFont typeface="Gowun Batang"/>
              <a:buChar char="❖"/>
            </a:pPr>
            <a:r>
              <a:rPr lang="en" sz="1900">
                <a:solidFill>
                  <a:schemeClr val="dk1"/>
                </a:solidFill>
                <a:latin typeface="Gowun Batang"/>
                <a:ea typeface="Gowun Batang"/>
                <a:cs typeface="Gowun Batang"/>
                <a:sym typeface="Gowun Batang"/>
              </a:rPr>
              <a:t>Produces PASS, FAIL, or NEEDS HUMAN REVIEW with evidence.</a:t>
            </a:r>
            <a:endParaRPr sz="1900">
              <a:solidFill>
                <a:schemeClr val="dk1"/>
              </a:solidFill>
              <a:latin typeface="Gowun Batang"/>
              <a:ea typeface="Gowun Batang"/>
              <a:cs typeface="Gowun Batang"/>
              <a:sym typeface="Gowun Batang"/>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70"/>
          <p:cNvSpPr txBox="1"/>
          <p:nvPr>
            <p:ph type="title"/>
          </p:nvPr>
        </p:nvSpPr>
        <p:spPr>
          <a:xfrm>
            <a:off x="0" y="72700"/>
            <a:ext cx="2886300" cy="528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100"/>
              <a:t>Results</a:t>
            </a:r>
            <a:endParaRPr sz="3100"/>
          </a:p>
        </p:txBody>
      </p:sp>
      <p:sp>
        <p:nvSpPr>
          <p:cNvPr id="457" name="Google Shape;457;p70"/>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458" name="Google Shape;458;p70"/>
          <p:cNvPicPr preferRelativeResize="0"/>
          <p:nvPr/>
        </p:nvPicPr>
        <p:blipFill>
          <a:blip r:embed="rId3">
            <a:alphaModFix/>
          </a:blip>
          <a:stretch>
            <a:fillRect/>
          </a:stretch>
        </p:blipFill>
        <p:spPr>
          <a:xfrm>
            <a:off x="1995950" y="164350"/>
            <a:ext cx="6919458" cy="43101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71"/>
          <p:cNvSpPr txBox="1"/>
          <p:nvPr>
            <p:ph type="title"/>
          </p:nvPr>
        </p:nvSpPr>
        <p:spPr>
          <a:xfrm>
            <a:off x="0" y="72700"/>
            <a:ext cx="2886300" cy="528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100"/>
              <a:t>Results</a:t>
            </a:r>
            <a:endParaRPr sz="3100"/>
          </a:p>
        </p:txBody>
      </p:sp>
      <p:sp>
        <p:nvSpPr>
          <p:cNvPr id="464" name="Google Shape;464;p71"/>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465" name="Google Shape;465;p71"/>
          <p:cNvPicPr preferRelativeResize="0"/>
          <p:nvPr/>
        </p:nvPicPr>
        <p:blipFill>
          <a:blip r:embed="rId3">
            <a:alphaModFix/>
          </a:blip>
          <a:stretch>
            <a:fillRect/>
          </a:stretch>
        </p:blipFill>
        <p:spPr>
          <a:xfrm>
            <a:off x="1867525" y="435625"/>
            <a:ext cx="7121975" cy="410883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72"/>
          <p:cNvSpPr txBox="1"/>
          <p:nvPr>
            <p:ph type="title"/>
          </p:nvPr>
        </p:nvSpPr>
        <p:spPr>
          <a:xfrm>
            <a:off x="229450" y="164350"/>
            <a:ext cx="8686800" cy="682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Strengths</a:t>
            </a:r>
            <a:endParaRPr b="1"/>
          </a:p>
        </p:txBody>
      </p:sp>
      <p:sp>
        <p:nvSpPr>
          <p:cNvPr id="471" name="Google Shape;471;p72"/>
          <p:cNvSpPr txBox="1"/>
          <p:nvPr/>
        </p:nvSpPr>
        <p:spPr>
          <a:xfrm>
            <a:off x="319475" y="910500"/>
            <a:ext cx="8298300" cy="3570000"/>
          </a:xfrm>
          <a:prstGeom prst="rect">
            <a:avLst/>
          </a:prstGeom>
          <a:noFill/>
          <a:ln>
            <a:noFill/>
          </a:ln>
        </p:spPr>
        <p:txBody>
          <a:bodyPr anchorCtr="0" anchor="t" bIns="91425" lIns="91425" spcFirstLastPara="1" rIns="91425" wrap="square" tIns="91425">
            <a:noAutofit/>
          </a:bodyPr>
          <a:lstStyle/>
          <a:p>
            <a:pPr indent="-349250" lvl="0" marL="457200" rtl="0" algn="l">
              <a:spcBef>
                <a:spcPts val="0"/>
              </a:spcBef>
              <a:spcAft>
                <a:spcPts val="0"/>
              </a:spcAft>
              <a:buClr>
                <a:schemeClr val="dk1"/>
              </a:buClr>
              <a:buSzPts val="1900"/>
              <a:buFont typeface="Gowun Batang"/>
              <a:buChar char="❖"/>
            </a:pPr>
            <a:r>
              <a:rPr lang="en" sz="1900">
                <a:solidFill>
                  <a:schemeClr val="dk1"/>
                </a:solidFill>
                <a:latin typeface="Gowun Batang"/>
                <a:ea typeface="Gowun Batang"/>
                <a:cs typeface="Gowun Batang"/>
                <a:sym typeface="Gowun Batang"/>
              </a:rPr>
              <a:t>Explainablity</a:t>
            </a:r>
            <a:endParaRPr sz="1900">
              <a:solidFill>
                <a:schemeClr val="dk1"/>
              </a:solidFill>
              <a:latin typeface="Gowun Batang"/>
              <a:ea typeface="Gowun Batang"/>
              <a:cs typeface="Gowun Batang"/>
              <a:sym typeface="Gowun Batang"/>
            </a:endParaRPr>
          </a:p>
          <a:p>
            <a:pPr indent="-349250" lvl="1" marL="914400" rtl="0" algn="l">
              <a:spcBef>
                <a:spcPts val="0"/>
              </a:spcBef>
              <a:spcAft>
                <a:spcPts val="0"/>
              </a:spcAft>
              <a:buClr>
                <a:schemeClr val="dk1"/>
              </a:buClr>
              <a:buSzPts val="1900"/>
              <a:buFont typeface="Gowun Batang"/>
              <a:buChar char="➢"/>
            </a:pPr>
            <a:r>
              <a:rPr lang="en" sz="1900">
                <a:solidFill>
                  <a:schemeClr val="dk1"/>
                </a:solidFill>
                <a:latin typeface="Gowun Batang"/>
                <a:ea typeface="Gowun Batang"/>
                <a:cs typeface="Gowun Batang"/>
                <a:sym typeface="Gowun Batang"/>
              </a:rPr>
              <a:t>Rule number</a:t>
            </a:r>
            <a:endParaRPr sz="1900">
              <a:solidFill>
                <a:schemeClr val="dk1"/>
              </a:solidFill>
              <a:latin typeface="Gowun Batang"/>
              <a:ea typeface="Gowun Batang"/>
              <a:cs typeface="Gowun Batang"/>
              <a:sym typeface="Gowun Batang"/>
            </a:endParaRPr>
          </a:p>
          <a:p>
            <a:pPr indent="-349250" lvl="1" marL="914400" rtl="0" algn="l">
              <a:spcBef>
                <a:spcPts val="0"/>
              </a:spcBef>
              <a:spcAft>
                <a:spcPts val="0"/>
              </a:spcAft>
              <a:buClr>
                <a:schemeClr val="dk1"/>
              </a:buClr>
              <a:buSzPts val="1900"/>
              <a:buFont typeface="Gowun Batang"/>
              <a:buChar char="➢"/>
            </a:pPr>
            <a:r>
              <a:rPr lang="en" sz="1900">
                <a:solidFill>
                  <a:schemeClr val="dk1"/>
                </a:solidFill>
                <a:latin typeface="Gowun Batang"/>
                <a:ea typeface="Gowun Batang"/>
                <a:cs typeface="Gowun Batang"/>
                <a:sym typeface="Gowun Batang"/>
              </a:rPr>
              <a:t>Exact reason you got wrong</a:t>
            </a:r>
            <a:endParaRPr sz="1900">
              <a:solidFill>
                <a:schemeClr val="dk1"/>
              </a:solidFill>
              <a:latin typeface="Gowun Batang"/>
              <a:ea typeface="Gowun Batang"/>
              <a:cs typeface="Gowun Batang"/>
              <a:sym typeface="Gowun Batang"/>
            </a:endParaRPr>
          </a:p>
          <a:p>
            <a:pPr indent="0" lvl="0" marL="0" rtl="0" algn="l">
              <a:spcBef>
                <a:spcPts val="0"/>
              </a:spcBef>
              <a:spcAft>
                <a:spcPts val="0"/>
              </a:spcAft>
              <a:buNone/>
            </a:pPr>
            <a:r>
              <a:t/>
            </a:r>
            <a:endParaRPr sz="1900">
              <a:solidFill>
                <a:schemeClr val="dk1"/>
              </a:solidFill>
              <a:latin typeface="Gowun Batang"/>
              <a:ea typeface="Gowun Batang"/>
              <a:cs typeface="Gowun Batang"/>
              <a:sym typeface="Gowun Batang"/>
            </a:endParaRPr>
          </a:p>
          <a:p>
            <a:pPr indent="-349250" lvl="0" marL="457200" rtl="0" algn="l">
              <a:spcBef>
                <a:spcPts val="0"/>
              </a:spcBef>
              <a:spcAft>
                <a:spcPts val="0"/>
              </a:spcAft>
              <a:buClr>
                <a:schemeClr val="dk1"/>
              </a:buClr>
              <a:buSzPts val="1900"/>
              <a:buFont typeface="Gowun Batang"/>
              <a:buChar char="❖"/>
            </a:pPr>
            <a:r>
              <a:rPr lang="en" sz="1900">
                <a:solidFill>
                  <a:schemeClr val="dk1"/>
                </a:solidFill>
                <a:latin typeface="Gowun Batang"/>
                <a:ea typeface="Gowun Batang"/>
                <a:cs typeface="Gowun Batang"/>
                <a:sym typeface="Gowun Batang"/>
              </a:rPr>
              <a:t>Seeing previous trials</a:t>
            </a:r>
            <a:endParaRPr sz="1900">
              <a:solidFill>
                <a:schemeClr val="dk1"/>
              </a:solidFill>
              <a:latin typeface="Gowun Batang"/>
              <a:ea typeface="Gowun Batang"/>
              <a:cs typeface="Gowun Batang"/>
              <a:sym typeface="Gowun Batang"/>
            </a:endParaRPr>
          </a:p>
          <a:p>
            <a:pPr indent="-349250" lvl="1" marL="914400" rtl="0" algn="l">
              <a:spcBef>
                <a:spcPts val="0"/>
              </a:spcBef>
              <a:spcAft>
                <a:spcPts val="0"/>
              </a:spcAft>
              <a:buClr>
                <a:schemeClr val="dk1"/>
              </a:buClr>
              <a:buSzPts val="1900"/>
              <a:buFont typeface="Gowun Batang"/>
              <a:buChar char="➢"/>
            </a:pPr>
            <a:r>
              <a:rPr lang="en" sz="1900">
                <a:solidFill>
                  <a:schemeClr val="dk1"/>
                </a:solidFill>
                <a:latin typeface="Gowun Batang"/>
                <a:ea typeface="Gowun Batang"/>
                <a:cs typeface="Gowun Batang"/>
                <a:sym typeface="Gowun Batang"/>
              </a:rPr>
              <a:t>Allows for audit trails</a:t>
            </a:r>
            <a:endParaRPr sz="1900">
              <a:solidFill>
                <a:schemeClr val="dk1"/>
              </a:solidFill>
              <a:latin typeface="Gowun Batang"/>
              <a:ea typeface="Gowun Batang"/>
              <a:cs typeface="Gowun Batang"/>
              <a:sym typeface="Gowun Batang"/>
            </a:endParaRPr>
          </a:p>
          <a:p>
            <a:pPr indent="-349250" lvl="1" marL="914400" rtl="0" algn="l">
              <a:spcBef>
                <a:spcPts val="0"/>
              </a:spcBef>
              <a:spcAft>
                <a:spcPts val="0"/>
              </a:spcAft>
              <a:buClr>
                <a:schemeClr val="dk1"/>
              </a:buClr>
              <a:buSzPts val="1900"/>
              <a:buFont typeface="Gowun Batang"/>
              <a:buChar char="➢"/>
            </a:pPr>
            <a:r>
              <a:rPr lang="en" sz="1900">
                <a:solidFill>
                  <a:schemeClr val="dk1"/>
                </a:solidFill>
                <a:latin typeface="Gowun Batang"/>
                <a:ea typeface="Gowun Batang"/>
                <a:cs typeface="Gowun Batang"/>
                <a:sym typeface="Gowun Batang"/>
              </a:rPr>
              <a:t>Debugging</a:t>
            </a:r>
            <a:endParaRPr sz="1900">
              <a:solidFill>
                <a:schemeClr val="dk1"/>
              </a:solidFill>
              <a:latin typeface="Gowun Batang"/>
              <a:ea typeface="Gowun Batang"/>
              <a:cs typeface="Gowun Batang"/>
              <a:sym typeface="Gowun Batang"/>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73"/>
          <p:cNvSpPr txBox="1"/>
          <p:nvPr>
            <p:ph type="title"/>
          </p:nvPr>
        </p:nvSpPr>
        <p:spPr>
          <a:xfrm>
            <a:off x="229450" y="164350"/>
            <a:ext cx="8686800" cy="682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Challenges/Limits</a:t>
            </a:r>
            <a:endParaRPr b="1"/>
          </a:p>
        </p:txBody>
      </p:sp>
      <p:sp>
        <p:nvSpPr>
          <p:cNvPr id="477" name="Google Shape;477;p73"/>
          <p:cNvSpPr txBox="1"/>
          <p:nvPr/>
        </p:nvSpPr>
        <p:spPr>
          <a:xfrm>
            <a:off x="319475" y="910500"/>
            <a:ext cx="8298300" cy="3570000"/>
          </a:xfrm>
          <a:prstGeom prst="rect">
            <a:avLst/>
          </a:prstGeom>
          <a:noFill/>
          <a:ln>
            <a:noFill/>
          </a:ln>
        </p:spPr>
        <p:txBody>
          <a:bodyPr anchorCtr="0" anchor="t" bIns="91425" lIns="91425" spcFirstLastPara="1" rIns="91425" wrap="square" tIns="91425">
            <a:noAutofit/>
          </a:bodyPr>
          <a:lstStyle/>
          <a:p>
            <a:pPr indent="-349250" lvl="0" marL="457200" rtl="0" algn="l">
              <a:spcBef>
                <a:spcPts val="0"/>
              </a:spcBef>
              <a:spcAft>
                <a:spcPts val="0"/>
              </a:spcAft>
              <a:buClr>
                <a:schemeClr val="dk1"/>
              </a:buClr>
              <a:buSzPts val="1900"/>
              <a:buFont typeface="Gowun Batang"/>
              <a:buChar char="❖"/>
            </a:pPr>
            <a:r>
              <a:rPr lang="en" sz="1900">
                <a:solidFill>
                  <a:schemeClr val="dk1"/>
                </a:solidFill>
                <a:latin typeface="Gowun Batang"/>
                <a:ea typeface="Gowun Batang"/>
                <a:cs typeface="Gowun Batang"/>
                <a:sym typeface="Gowun Batang"/>
              </a:rPr>
              <a:t>Currently limited to CISCO IOS</a:t>
            </a:r>
            <a:endParaRPr sz="1900">
              <a:solidFill>
                <a:schemeClr val="dk1"/>
              </a:solidFill>
              <a:latin typeface="Gowun Batang"/>
              <a:ea typeface="Gowun Batang"/>
              <a:cs typeface="Gowun Batang"/>
              <a:sym typeface="Gowun Batang"/>
            </a:endParaRPr>
          </a:p>
          <a:p>
            <a:pPr indent="-349250" lvl="1" marL="914400" rtl="0" algn="l">
              <a:spcBef>
                <a:spcPts val="0"/>
              </a:spcBef>
              <a:spcAft>
                <a:spcPts val="0"/>
              </a:spcAft>
              <a:buClr>
                <a:schemeClr val="dk1"/>
              </a:buClr>
              <a:buSzPts val="1900"/>
              <a:buFont typeface="Gowun Batang"/>
              <a:buChar char="➢"/>
            </a:pPr>
            <a:r>
              <a:rPr lang="en" sz="1900">
                <a:solidFill>
                  <a:schemeClr val="dk1"/>
                </a:solidFill>
                <a:latin typeface="Gowun Batang"/>
                <a:ea typeface="Gowun Batang"/>
                <a:cs typeface="Gowun Batang"/>
                <a:sym typeface="Gowun Batang"/>
              </a:rPr>
              <a:t>Future Work: Adding additional IOS configurations</a:t>
            </a:r>
            <a:endParaRPr sz="1900">
              <a:solidFill>
                <a:schemeClr val="dk1"/>
              </a:solidFill>
              <a:latin typeface="Gowun Batang"/>
              <a:ea typeface="Gowun Batang"/>
              <a:cs typeface="Gowun Batang"/>
              <a:sym typeface="Gowun Batang"/>
            </a:endParaRPr>
          </a:p>
          <a:p>
            <a:pPr indent="0" lvl="0" marL="0" rtl="0" algn="l">
              <a:spcBef>
                <a:spcPts val="0"/>
              </a:spcBef>
              <a:spcAft>
                <a:spcPts val="0"/>
              </a:spcAft>
              <a:buNone/>
            </a:pPr>
            <a:r>
              <a:t/>
            </a:r>
            <a:endParaRPr sz="1900">
              <a:solidFill>
                <a:schemeClr val="dk1"/>
              </a:solidFill>
              <a:latin typeface="Gowun Batang"/>
              <a:ea typeface="Gowun Batang"/>
              <a:cs typeface="Gowun Batang"/>
              <a:sym typeface="Gowun Batang"/>
            </a:endParaRPr>
          </a:p>
          <a:p>
            <a:pPr indent="-349250" lvl="0" marL="457200" rtl="0" algn="l">
              <a:spcBef>
                <a:spcPts val="0"/>
              </a:spcBef>
              <a:spcAft>
                <a:spcPts val="0"/>
              </a:spcAft>
              <a:buClr>
                <a:schemeClr val="dk1"/>
              </a:buClr>
              <a:buSzPts val="1900"/>
              <a:buFont typeface="Gowun Batang"/>
              <a:buChar char="❖"/>
            </a:pPr>
            <a:r>
              <a:rPr lang="en" sz="1900">
                <a:solidFill>
                  <a:schemeClr val="dk1"/>
                </a:solidFill>
                <a:latin typeface="Gowun Batang"/>
                <a:ea typeface="Gowun Batang"/>
                <a:cs typeface="Gowun Batang"/>
                <a:sym typeface="Gowun Batang"/>
              </a:rPr>
              <a:t>Struggles with rule </a:t>
            </a:r>
            <a:r>
              <a:rPr lang="en" sz="1900">
                <a:solidFill>
                  <a:schemeClr val="dk1"/>
                </a:solidFill>
                <a:latin typeface="Gowun Batang"/>
                <a:ea typeface="Gowun Batang"/>
                <a:cs typeface="Gowun Batang"/>
                <a:sym typeface="Gowun Batang"/>
              </a:rPr>
              <a:t>prioritization</a:t>
            </a:r>
            <a:endParaRPr sz="1900">
              <a:solidFill>
                <a:schemeClr val="dk1"/>
              </a:solidFill>
              <a:latin typeface="Gowun Batang"/>
              <a:ea typeface="Gowun Batang"/>
              <a:cs typeface="Gowun Batang"/>
              <a:sym typeface="Gowun Batang"/>
            </a:endParaRPr>
          </a:p>
          <a:p>
            <a:pPr indent="-349250" lvl="1" marL="914400" rtl="0" algn="l">
              <a:spcBef>
                <a:spcPts val="0"/>
              </a:spcBef>
              <a:spcAft>
                <a:spcPts val="0"/>
              </a:spcAft>
              <a:buClr>
                <a:schemeClr val="dk1"/>
              </a:buClr>
              <a:buSzPts val="1900"/>
              <a:buFont typeface="Gowun Batang"/>
              <a:buChar char="➢"/>
            </a:pPr>
            <a:r>
              <a:rPr lang="en" sz="1900">
                <a:solidFill>
                  <a:schemeClr val="dk1"/>
                </a:solidFill>
                <a:latin typeface="Gowun Batang"/>
                <a:ea typeface="Gowun Batang"/>
                <a:cs typeface="Gowun Batang"/>
                <a:sym typeface="Gowun Batang"/>
              </a:rPr>
              <a:t>Some rules are being falsely flagged when in reality they do not matter too much</a:t>
            </a:r>
            <a:r>
              <a:rPr lang="en" sz="1900">
                <a:solidFill>
                  <a:schemeClr val="dk1"/>
                </a:solidFill>
                <a:latin typeface="Gowun Batang"/>
                <a:ea typeface="Gowun Batang"/>
                <a:cs typeface="Gowun Batang"/>
                <a:sym typeface="Gowun Batang"/>
              </a:rPr>
              <a:t> </a:t>
            </a:r>
            <a:endParaRPr sz="1900">
              <a:solidFill>
                <a:schemeClr val="dk1"/>
              </a:solidFill>
              <a:latin typeface="Gowun Batang"/>
              <a:ea typeface="Gowun Batang"/>
              <a:cs typeface="Gowun Batang"/>
              <a:sym typeface="Gowun Batang"/>
            </a:endParaRPr>
          </a:p>
          <a:p>
            <a:pPr indent="0" lvl="0" marL="0" rtl="0" algn="l">
              <a:spcBef>
                <a:spcPts val="0"/>
              </a:spcBef>
              <a:spcAft>
                <a:spcPts val="0"/>
              </a:spcAft>
              <a:buNone/>
            </a:pPr>
            <a:r>
              <a:t/>
            </a:r>
            <a:endParaRPr sz="1900">
              <a:solidFill>
                <a:schemeClr val="dk1"/>
              </a:solidFill>
              <a:latin typeface="Gowun Batang"/>
              <a:ea typeface="Gowun Batang"/>
              <a:cs typeface="Gowun Batang"/>
              <a:sym typeface="Gowun Batang"/>
            </a:endParaRPr>
          </a:p>
          <a:p>
            <a:pPr indent="-349250" lvl="0" marL="457200" rtl="0" algn="l">
              <a:spcBef>
                <a:spcPts val="0"/>
              </a:spcBef>
              <a:spcAft>
                <a:spcPts val="0"/>
              </a:spcAft>
              <a:buClr>
                <a:schemeClr val="dk1"/>
              </a:buClr>
              <a:buSzPts val="1900"/>
              <a:buFont typeface="Gowun Batang"/>
              <a:buChar char="❖"/>
            </a:pPr>
            <a:r>
              <a:rPr lang="en" sz="1900">
                <a:solidFill>
                  <a:schemeClr val="dk1"/>
                </a:solidFill>
                <a:latin typeface="Gowun Batang"/>
                <a:ea typeface="Gowun Batang"/>
                <a:cs typeface="Gowun Batang"/>
                <a:sym typeface="Gowun Batang"/>
              </a:rPr>
              <a:t>LLM </a:t>
            </a:r>
            <a:r>
              <a:rPr lang="en" sz="1900">
                <a:solidFill>
                  <a:schemeClr val="dk1"/>
                </a:solidFill>
                <a:latin typeface="Gowun Batang"/>
                <a:ea typeface="Gowun Batang"/>
                <a:cs typeface="Gowun Batang"/>
                <a:sym typeface="Gowun Batang"/>
              </a:rPr>
              <a:t>Hallucinations</a:t>
            </a:r>
            <a:r>
              <a:rPr lang="en" sz="1900">
                <a:solidFill>
                  <a:schemeClr val="dk1"/>
                </a:solidFill>
                <a:latin typeface="Gowun Batang"/>
                <a:ea typeface="Gowun Batang"/>
                <a:cs typeface="Gowun Batang"/>
                <a:sym typeface="Gowun Batang"/>
              </a:rPr>
              <a:t> </a:t>
            </a:r>
            <a:endParaRPr sz="1900">
              <a:solidFill>
                <a:schemeClr val="dk1"/>
              </a:solidFill>
              <a:latin typeface="Gowun Batang"/>
              <a:ea typeface="Gowun Batang"/>
              <a:cs typeface="Gowun Batang"/>
              <a:sym typeface="Gowun Batang"/>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74"/>
          <p:cNvSpPr txBox="1"/>
          <p:nvPr>
            <p:ph type="title"/>
          </p:nvPr>
        </p:nvSpPr>
        <p:spPr>
          <a:xfrm>
            <a:off x="2984050" y="1805925"/>
            <a:ext cx="2886300" cy="946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Thank You</a:t>
            </a:r>
            <a:endParaRPr/>
          </a:p>
        </p:txBody>
      </p:sp>
      <p:sp>
        <p:nvSpPr>
          <p:cNvPr id="483" name="Google Shape;483;p74"/>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Portfolio">
  <a:themeElements>
    <a:clrScheme name="Simple Light">
      <a:dk1>
        <a:srgbClr val="133817"/>
      </a:dk1>
      <a:lt1>
        <a:srgbClr val="E9EBE8"/>
      </a:lt1>
      <a:dk2>
        <a:srgbClr val="C2C7C0"/>
      </a:dk2>
      <a:lt2>
        <a:srgbClr val="EE7630"/>
      </a:lt2>
      <a:accent1>
        <a:srgbClr val="000000"/>
      </a:accent1>
      <a:accent2>
        <a:srgbClr val="931F1D"/>
      </a:accent2>
      <a:accent3>
        <a:srgbClr val="4F7CAC"/>
      </a:accent3>
      <a:accent4>
        <a:srgbClr val="C287E8"/>
      </a:accent4>
      <a:accent5>
        <a:srgbClr val="563635"/>
      </a:accent5>
      <a:accent6>
        <a:srgbClr val="63A46C"/>
      </a:accent6>
      <a:hlink>
        <a:srgbClr val="B7440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